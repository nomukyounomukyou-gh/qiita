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ee43f27bce470f" /><Relationship Type="http://schemas.openxmlformats.org/officeDocument/2006/relationships/extended-properties" Target="/docProps/app.xml" Id="R777605986a7d4a14" /><Relationship Type="http://schemas.openxmlformats.org/officeDocument/2006/relationships/officeDocument" Target="/ppt/presentation.xml" Id="Rd98f18aea62949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1b400c6f6e4325"/>
  </p:sldMasterIdLst>
  <p:notesMasterIdLst>
    <p:notesMasterId xmlns:r="http://schemas.openxmlformats.org/officeDocument/2006/relationships" r:id="R10ebe0bf9afe4db2"/>
  </p:notesMasterIdLst>
  <p:sldIdLst>
    <p:sldId xmlns:r="http://schemas.openxmlformats.org/officeDocument/2006/relationships" id="256" r:id="R788edb81304d4bd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3f68cefb2f4c54" /><Relationship Type="http://schemas.openxmlformats.org/officeDocument/2006/relationships/slideMaster" Target="/ppt/slideMasters/slideMaster1.xml" Id="R5a1b400c6f6e4325" /><Relationship Type="http://schemas.openxmlformats.org/officeDocument/2006/relationships/notesMaster" Target="/ppt/notesMasters/notesMaster1.xml" Id="R10ebe0bf9afe4db2" /><Relationship Type="http://schemas.openxmlformats.org/officeDocument/2006/relationships/presProps" Target="/ppt/presProps.xml" Id="Rea422d6656504834" /><Relationship Type="http://schemas.openxmlformats.org/officeDocument/2006/relationships/tableStyles" Target="/ppt/tableStyles.xml" Id="R45b582d5583845e9" /><Relationship Type="http://schemas.openxmlformats.org/officeDocument/2006/relationships/slide" Target="/ppt/slides/slide1.xml" Id="R788edb81304d4b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6030ec62f84e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1f117c3b0c4347" /><Relationship Type="http://schemas.openxmlformats.org/officeDocument/2006/relationships/notesMaster" Target="/ppt/notesMasters/notesMaster1.xml" Id="R2576b42377dc42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初期版（202610_hackason_EnterpriseAI / 公開サンプル pos-incident-agent）の実装を基にした構成図。Guardrailsを含むファイルベース版。function callingはモデルが関数呼び出しを要求し、Pythonアプリ側で実行して結果を返す。ベクトルストア登録にはFiles APIを使用。モデルの推論APIとGuardrails APIは同じOCI Generative AIサービス内の別呼び出し。OCIマネージドサービスのVCN内配置を仮定していない。固有のOCID・接続先・個人情報は含めない。</a:t>
            </a:r>
          </a:p>
          <a:p xmlns:a="http://schemas.openxmlformats.org/drawingml/2006/main">
            <a:r>
              <a:t>Sources: https://docs.oracle.com/iaas/Content/Resources/Assets/OCI_Icons.pptx (v24.1; downloaded 2026-10-15), guidance slides 5, 18, 20, 23; service icons slides 38,39,40.</a:t>
            </a:r>
          </a:p>
          <a:p xmlns:a="http://schemas.openxmlformats.org/drawingml/2006/main">
            <a:r>
              <a:t>https://docs.oracle.com/en-us/iaas/Content/generative-ai/responses-api.htm</a:t>
            </a:r>
          </a:p>
          <a:p xmlns:a="http://schemas.openxmlformats.org/drawingml/2006/main">
            <a:r>
              <a:t>https://github.com/nomukyounomukyou-gh/qiita/tree/main/pos-incident-agent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344ae4fb144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52c0f24e340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ffa40b8ff45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998b901ab4a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a4f5c0a5745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e545bbcd840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812035-67AE-493F-95C2-8B5B80FDA7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650FEB-9BF5-47BD-8C4D-A4955CAC13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20165A-694B-486E-85F0-58F2BF1A01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B28BFB-D347-4221-A883-F885CEB63A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CDE4D1-9ADE-42D5-8530-0093F16412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CA3BB9-57B5-4744-A28A-8383BF9BC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570721-692C-4909-AE03-AABE07BD8F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B8AAD71-1127-4DAC-A95D-3A433DA15A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D7401C-4F15-4EED-BCE8-D0984B938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2AFA75-D7D9-4516-B93A-41A4113877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bff8fa3c784a64" /><Relationship Type="http://schemas.openxmlformats.org/officeDocument/2006/relationships/slideLayout" Target="/ppt/slideLayouts/slideLayout1.xml" Id="R04c2031024034dc3" /><Relationship Type="http://schemas.openxmlformats.org/officeDocument/2006/relationships/slideLayout" Target="/ppt/slideLayouts/slideLayout2.xml" Id="Rbc58f1366d684646" /><Relationship Type="http://schemas.openxmlformats.org/officeDocument/2006/relationships/slideLayout" Target="/ppt/slideLayouts/slideLayout3.xml" Id="R9b10399daa2a421e" /><Relationship Type="http://schemas.openxmlformats.org/officeDocument/2006/relationships/slideLayout" Target="/ppt/slideLayouts/slideLayout4.xml" Id="Re9c25f22c7e24e0a" /><Relationship Type="http://schemas.openxmlformats.org/officeDocument/2006/relationships/slideLayout" Target="/ppt/slideLayouts/slideLayout5.xml" Id="Rb18e9c4125694f02" /><Relationship Type="http://schemas.openxmlformats.org/officeDocument/2006/relationships/slideLayout" Target="/ppt/slideLayouts/slideLayout6.xml" Id="Ree8e5d5c69f447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c2031024034dc3"/>
    <p:sldLayoutId xmlns:r="http://schemas.openxmlformats.org/officeDocument/2006/relationships" id="2147483650" r:id="Rbc58f1366d684646"/>
    <p:sldLayoutId xmlns:r="http://schemas.openxmlformats.org/officeDocument/2006/relationships" id="2147483651" r:id="R9b10399daa2a421e"/>
    <p:sldLayoutId xmlns:r="http://schemas.openxmlformats.org/officeDocument/2006/relationships" id="2147483652" r:id="Re9c25f22c7e24e0a"/>
    <p:sldLayoutId xmlns:r="http://schemas.openxmlformats.org/officeDocument/2006/relationships" id="2147483653" r:id="Rb18e9c4125694f02"/>
    <p:sldLayoutId xmlns:r="http://schemas.openxmlformats.org/officeDocument/2006/relationships" id="2147483654" r:id="Ree8e5d5c69f447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e272ff0b9e4c32" /><Relationship Type="http://schemas.openxmlformats.org/officeDocument/2006/relationships/notesSlide" Target="/ppt/notesSlides/notesSlide1.xml" Id="R340d5666c52d487e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CFB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5" name="">
            <a:extLst>
              <a:ext uri="{FF2B5EF4-FFF2-40B4-BE49-F238E27FC236}">
                <ns2:creationId id="{66694676-8A46-4C79-A57C-5EC15F5066AE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13144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850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l">
              <a:defRPr sz="2850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店舗システム障害の初動支援Agent</a:t>
            </a:r>
          </a:p>
        </p:txBody>
      </p:sp>
      <p:sp>
        <p:nvSpPr>
          <p:cNvPr id="2" name="">
            <a:extLst>
              <a:ext uri="{FF2B5EF4-FFF2-40B4-BE49-F238E27FC236}">
                <ns2:creationId id="{9E5D4C66-D1B8-4856-9879-7969730AC2D4}"/>
              </a:ext>
            </a:extLst>
          </p:cNvPr>
          <p:cNvSpPr>
            <a:spLocks noGrp="1"/>
          </p:cNvSpPr>
          <p:nvPr/>
        </p:nvSpPr>
        <p:spPr>
          <a:xfrm>
            <a:off x="476250" y="819150"/>
            <a:ext cx="1190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l">
              <a:defRPr sz="180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初期版：RAGとJSON / CSV照会による初動対応票の作成</a:t>
            </a:r>
          </a:p>
        </p:txBody>
      </p:sp>
      <p:sp>
        <p:nvSpPr>
          <p:cNvPr id="3" name="OCI Region">
            <a:extLst>
              <a:ext uri="{FF2B5EF4-FFF2-40B4-BE49-F238E27FC236}">
                <ns2:creationId id="{1F08D6DF-E2CB-4EC9-93AA-702514039059}"/>
              </a:ext>
            </a:extLst>
          </p:cNvPr>
          <p:cNvSpPr>
            <a:spLocks noGrp="1"/>
          </p:cNvSpPr>
          <p:nvPr/>
        </p:nvSpPr>
        <p:spPr>
          <a:xfrm>
            <a:off x="2905125" y="1362075"/>
            <a:ext cx="11906250" cy="6067425"/>
          </a:xfrm>
          <a:prstGeom prst="rect">
            <a:avLst/>
          </a:prstGeom>
          <a:solidFill>
            <a:srgbClr val="F5F4F2"/>
          </a:solidFill>
          <a:ln w="12859">
            <a:solidFill>
              <a:srgbClr val="9E9892"/>
            </a:solidFill>
            <a:prstDash val="solid"/>
          </a:ln>
        </p:spPr>
      </p:sp>
      <p:sp>
        <p:nvSpPr>
          <p:cNvPr id="4" name="">
            <a:extLst>
              <a:ext uri="{FF2B5EF4-FFF2-40B4-BE49-F238E27FC236}">
                <ns2:creationId id="{BA5A5E6A-E9E7-4BDD-845D-8A6221682B2A}"/>
              </a:ext>
            </a:extLst>
          </p:cNvPr>
          <p:cNvSpPr>
            <a:spLocks noGrp="1"/>
          </p:cNvSpPr>
          <p:nvPr/>
        </p:nvSpPr>
        <p:spPr>
          <a:xfrm>
            <a:off x="3238500" y="1504950"/>
            <a:ext cx="111918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875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OCI Region</a:t>
            </a:r>
          </a:p>
        </p:txBody>
      </p:sp>
      <p:sp>
        <p:nvSpPr>
          <p:cNvPr id="5" name="Hosted Application">
            <a:extLst>
              <a:ext uri="{FF2B5EF4-FFF2-40B4-BE49-F238E27FC236}">
                <ns2:creationId id="{CEF09500-76BD-4BA8-A52A-E5B8F83A7A1A}"/>
              </a:ext>
            </a:extLst>
          </p:cNvPr>
          <p:cNvSpPr>
            <a:spLocks noGrp="1"/>
          </p:cNvSpPr>
          <p:nvPr/>
        </p:nvSpPr>
        <p:spPr>
          <a:xfrm>
            <a:off x="3286125" y="2000250"/>
            <a:ext cx="4953000" cy="5143500"/>
          </a:xfrm>
          <a:prstGeom prst="rect">
            <a:avLst/>
          </a:prstGeom>
          <a:solidFill>
            <a:srgbClr val="FCFBFA"/>
          </a:solidFill>
          <a:ln w="12859">
            <a:solidFill>
              <a:srgbClr val="9E9892"/>
            </a:solidFill>
            <a:prstDash val="dash"/>
          </a:ln>
        </p:spPr>
      </p:sp>
      <p:sp>
        <p:nvSpPr>
          <p:cNvPr id="6" name="OCI Generative AI services">
            <a:extLst>
              <a:ext uri="{FF2B5EF4-FFF2-40B4-BE49-F238E27FC236}">
                <ns2:creationId id="{C025FB3A-B594-4D96-B698-1CF9C6CD905A}"/>
              </a:ext>
            </a:extLst>
          </p:cNvPr>
          <p:cNvSpPr>
            <a:spLocks noGrp="1"/>
          </p:cNvSpPr>
          <p:nvPr/>
        </p:nvSpPr>
        <p:spPr>
          <a:xfrm>
            <a:off x="8620125" y="2000250"/>
            <a:ext cx="5762625" cy="5143500"/>
          </a:xfrm>
          <a:prstGeom prst="rect">
            <a:avLst/>
          </a:prstGeom>
          <a:solidFill>
            <a:srgbClr val="FCFBFA"/>
          </a:solidFill>
          <a:ln w="12859">
            <a:solidFill>
              <a:srgbClr val="9E9892"/>
            </a:solidFill>
            <a:prstDash val="dash"/>
          </a:ln>
        </p:spPr>
      </p:sp>
      <p:grpSp>
        <p:nvGrpSpPr>
          <p:cNvPr id="56" name="official-icon-container (OCI Toolkit original)"/>
          <p:cNvGrpSpPr/>
          <p:nvPr/>
        </p:nvGrpSpPr>
        <p:grpSpPr>
          <a:xfrm>
            <a:off x="3514725" y="2257425"/>
            <a:ext cx="371475" cy="371475"/>
            <a:chOff x="3285423" y="2440806"/>
            <a:chExt cx="385010" cy="385010"/>
          </a:xfrm>
        </p:grpSpPr>
        <p:grpSp>
          <p:nvGrpSpPr>
            <p:cNvPr id="57" name="Graphic 4"/>
            <p:cNvGrpSpPr/>
            <p:nvPr/>
          </p:nvGrpSpPr>
          <p:grpSpPr>
            <a:xfrm>
              <a:off x="3285423" y="2440806"/>
              <a:ext cx="385010" cy="385010"/>
              <a:chOff x="3285423" y="2440806"/>
              <a:chExt cx="385010" cy="385010"/>
            </a:xfrm>
            <a:solidFill>
              <a:srgbClr val="FFFFFF"/>
            </a:solidFill>
          </p:grpSpPr>
          <p:sp>
            <p:nvSpPr>
              <p:cNvPr id="58" name="Freeform: Shape 420"/>
              <p:cNvSpPr/>
              <p:nvPr/>
            </p:nvSpPr>
            <p:spPr>
              <a:xfrm>
                <a:off x="3290209" y="2445595"/>
                <a:ext cx="375436" cy="375434"/>
              </a:xfrm>
              <a:custGeom>
                <a:avLst/>
                <a:gdLst>
                  <a:gd name="connsiteX0" fmla="*/ 20117 w 375436"/>
                  <a:gd name="connsiteY0" fmla="*/ 375435 h 375434"/>
                  <a:gd name="connsiteX1" fmla="*/ 0 w 375436"/>
                  <a:gd name="connsiteY1" fmla="*/ 355318 h 375434"/>
                  <a:gd name="connsiteX2" fmla="*/ 0 w 375436"/>
                  <a:gd name="connsiteY2" fmla="*/ 20113 h 375434"/>
                  <a:gd name="connsiteX3" fmla="*/ 20117 w 375436"/>
                  <a:gd name="connsiteY3" fmla="*/ 0 h 375434"/>
                  <a:gd name="connsiteX4" fmla="*/ 355320 w 375436"/>
                  <a:gd name="connsiteY4" fmla="*/ 0 h 375434"/>
                  <a:gd name="connsiteX5" fmla="*/ 375437 w 375436"/>
                  <a:gd name="connsiteY5" fmla="*/ 20113 h 375434"/>
                  <a:gd name="connsiteX6" fmla="*/ 375437 w 375436"/>
                  <a:gd name="connsiteY6" fmla="*/ 355318 h 375434"/>
                  <a:gd name="connsiteX7" fmla="*/ 355320 w 375436"/>
                  <a:gd name="connsiteY7" fmla="*/ 375435 h 375434"/>
                  <a:gd name="connsiteX8" fmla="*/ 20117 w 375436"/>
                  <a:gd name="connsiteY8" fmla="*/ 375435 h 375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5436" h="375434">
                    <a:moveTo>
                      <a:pt x="20117" y="375435"/>
                    </a:moveTo>
                    <a:cubicBezTo>
                      <a:pt x="9581" y="375435"/>
                      <a:pt x="0" y="366817"/>
                      <a:pt x="0" y="355318"/>
                    </a:cubicBezTo>
                    <a:lnTo>
                      <a:pt x="0" y="20113"/>
                    </a:lnTo>
                    <a:cubicBezTo>
                      <a:pt x="0" y="9578"/>
                      <a:pt x="8625" y="0"/>
                      <a:pt x="20117" y="0"/>
                    </a:cubicBezTo>
                    <a:lnTo>
                      <a:pt x="355320" y="0"/>
                    </a:lnTo>
                    <a:cubicBezTo>
                      <a:pt x="366812" y="0"/>
                      <a:pt x="375437" y="8620"/>
                      <a:pt x="375437" y="20113"/>
                    </a:cubicBezTo>
                    <a:lnTo>
                      <a:pt x="375437" y="355318"/>
                    </a:lnTo>
                    <a:cubicBezTo>
                      <a:pt x="375437" y="366817"/>
                      <a:pt x="366812" y="375435"/>
                      <a:pt x="355320" y="375435"/>
                    </a:cubicBezTo>
                    <a:lnTo>
                      <a:pt x="20117" y="375435"/>
                    </a:ln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59" name="Freeform: Shape 421"/>
              <p:cNvSpPr/>
              <p:nvPr/>
            </p:nvSpPr>
            <p:spPr>
              <a:xfrm>
                <a:off x="3285423" y="2440806"/>
                <a:ext cx="385010" cy="385010"/>
              </a:xfrm>
              <a:custGeom>
                <a:avLst/>
                <a:gdLst>
                  <a:gd name="connsiteX0" fmla="*/ 360107 w 385010"/>
                  <a:gd name="connsiteY0" fmla="*/ 9577 h 385010"/>
                  <a:gd name="connsiteX1" fmla="*/ 375430 w 385010"/>
                  <a:gd name="connsiteY1" fmla="*/ 24901 h 385010"/>
                  <a:gd name="connsiteX2" fmla="*/ 375430 w 385010"/>
                  <a:gd name="connsiteY2" fmla="*/ 360107 h 385010"/>
                  <a:gd name="connsiteX3" fmla="*/ 360107 w 385010"/>
                  <a:gd name="connsiteY3" fmla="*/ 375430 h 385010"/>
                  <a:gd name="connsiteX4" fmla="*/ 24904 w 385010"/>
                  <a:gd name="connsiteY4" fmla="*/ 375430 h 385010"/>
                  <a:gd name="connsiteX5" fmla="*/ 9580 w 385010"/>
                  <a:gd name="connsiteY5" fmla="*/ 360107 h 385010"/>
                  <a:gd name="connsiteX6" fmla="*/ 9580 w 385010"/>
                  <a:gd name="connsiteY6" fmla="*/ 24901 h 385010"/>
                  <a:gd name="connsiteX7" fmla="*/ 24904 w 385010"/>
                  <a:gd name="connsiteY7" fmla="*/ 9577 h 385010"/>
                  <a:gd name="connsiteX8" fmla="*/ 360107 w 385010"/>
                  <a:gd name="connsiteY8" fmla="*/ 9577 h 385010"/>
                  <a:gd name="connsiteX9" fmla="*/ 360107 w 385010"/>
                  <a:gd name="connsiteY9" fmla="*/ 0 h 385010"/>
                  <a:gd name="connsiteX10" fmla="*/ 24904 w 385010"/>
                  <a:gd name="connsiteY10" fmla="*/ 0 h 385010"/>
                  <a:gd name="connsiteX11" fmla="*/ 0 w 385010"/>
                  <a:gd name="connsiteY11" fmla="*/ 24901 h 385010"/>
                  <a:gd name="connsiteX12" fmla="*/ 0 w 385010"/>
                  <a:gd name="connsiteY12" fmla="*/ 360107 h 385010"/>
                  <a:gd name="connsiteX13" fmla="*/ 24904 w 385010"/>
                  <a:gd name="connsiteY13" fmla="*/ 385011 h 385010"/>
                  <a:gd name="connsiteX14" fmla="*/ 360107 w 385010"/>
                  <a:gd name="connsiteY14" fmla="*/ 385011 h 385010"/>
                  <a:gd name="connsiteX15" fmla="*/ 385011 w 385010"/>
                  <a:gd name="connsiteY15" fmla="*/ 360107 h 385010"/>
                  <a:gd name="connsiteX16" fmla="*/ 385011 w 385010"/>
                  <a:gd name="connsiteY16" fmla="*/ 24901 h 385010"/>
                  <a:gd name="connsiteX17" fmla="*/ 360107 w 385010"/>
                  <a:gd name="connsiteY17" fmla="*/ 0 h 385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5010" h="385010">
                    <a:moveTo>
                      <a:pt x="360107" y="9577"/>
                    </a:moveTo>
                    <a:cubicBezTo>
                      <a:pt x="368731" y="9577"/>
                      <a:pt x="375430" y="16281"/>
                      <a:pt x="375430" y="24901"/>
                    </a:cubicBezTo>
                    <a:lnTo>
                      <a:pt x="375430" y="360107"/>
                    </a:lnTo>
                    <a:cubicBezTo>
                      <a:pt x="375430" y="368731"/>
                      <a:pt x="368731" y="375430"/>
                      <a:pt x="360107" y="375430"/>
                    </a:cubicBezTo>
                    <a:lnTo>
                      <a:pt x="24904" y="375430"/>
                    </a:lnTo>
                    <a:cubicBezTo>
                      <a:pt x="16279" y="375430"/>
                      <a:pt x="9580" y="368731"/>
                      <a:pt x="9580" y="360107"/>
                    </a:cubicBezTo>
                    <a:lnTo>
                      <a:pt x="9580" y="24901"/>
                    </a:lnTo>
                    <a:cubicBezTo>
                      <a:pt x="9580" y="16281"/>
                      <a:pt x="16279" y="9577"/>
                      <a:pt x="24904" y="9577"/>
                    </a:cubicBezTo>
                    <a:lnTo>
                      <a:pt x="360107" y="9577"/>
                    </a:lnTo>
                    <a:close/>
                    <a:moveTo>
                      <a:pt x="360107" y="0"/>
                    </a:moveTo>
                    <a:lnTo>
                      <a:pt x="24904" y="0"/>
                    </a:lnTo>
                    <a:cubicBezTo>
                      <a:pt x="11493" y="0"/>
                      <a:pt x="0" y="11493"/>
                      <a:pt x="0" y="24901"/>
                    </a:cubicBezTo>
                    <a:lnTo>
                      <a:pt x="0" y="360107"/>
                    </a:lnTo>
                    <a:cubicBezTo>
                      <a:pt x="0" y="373518"/>
                      <a:pt x="11493" y="385011"/>
                      <a:pt x="24904" y="385011"/>
                    </a:cubicBezTo>
                    <a:lnTo>
                      <a:pt x="360107" y="385011"/>
                    </a:lnTo>
                    <a:cubicBezTo>
                      <a:pt x="373518" y="385011"/>
                      <a:pt x="385011" y="373518"/>
                      <a:pt x="385011" y="360107"/>
                    </a:cubicBezTo>
                    <a:lnTo>
                      <a:pt x="385011" y="24901"/>
                    </a:lnTo>
                    <a:cubicBezTo>
                      <a:pt x="385011" y="11493"/>
                      <a:pt x="374474" y="0"/>
                      <a:pt x="3601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</p:grpSp>
        <p:grpSp>
          <p:nvGrpSpPr>
            <p:cNvPr id="60" name="Graphic 4"/>
            <p:cNvGrpSpPr/>
            <p:nvPr/>
          </p:nvGrpSpPr>
          <p:grpSpPr>
            <a:xfrm>
              <a:off x="3295003" y="2450384"/>
              <a:ext cx="365856" cy="365858"/>
              <a:chOff x="3295003" y="2450384"/>
              <a:chExt cx="365856" cy="365858"/>
            </a:xfrm>
            <a:solidFill>
              <a:srgbClr val="2D5967"/>
            </a:solidFill>
          </p:grpSpPr>
          <p:sp>
            <p:nvSpPr>
              <p:cNvPr id="61" name="Freeform: Shape 425"/>
              <p:cNvSpPr/>
              <p:nvPr/>
            </p:nvSpPr>
            <p:spPr>
              <a:xfrm>
                <a:off x="3295003" y="2450384"/>
                <a:ext cx="365856" cy="365858"/>
              </a:xfrm>
              <a:custGeom>
                <a:avLst/>
                <a:gdLst>
                  <a:gd name="connsiteX0" fmla="*/ 350527 w 365856"/>
                  <a:gd name="connsiteY0" fmla="*/ 0 h 365858"/>
                  <a:gd name="connsiteX1" fmla="*/ 15323 w 365856"/>
                  <a:gd name="connsiteY1" fmla="*/ 0 h 365858"/>
                  <a:gd name="connsiteX2" fmla="*/ 0 w 365856"/>
                  <a:gd name="connsiteY2" fmla="*/ 15323 h 365858"/>
                  <a:gd name="connsiteX3" fmla="*/ 0 w 365856"/>
                  <a:gd name="connsiteY3" fmla="*/ 350535 h 365858"/>
                  <a:gd name="connsiteX4" fmla="*/ 15323 w 365856"/>
                  <a:gd name="connsiteY4" fmla="*/ 365858 h 365858"/>
                  <a:gd name="connsiteX5" fmla="*/ 350527 w 365856"/>
                  <a:gd name="connsiteY5" fmla="*/ 365858 h 365858"/>
                  <a:gd name="connsiteX6" fmla="*/ 365856 w 365856"/>
                  <a:gd name="connsiteY6" fmla="*/ 350535 h 365858"/>
                  <a:gd name="connsiteX7" fmla="*/ 365856 w 365856"/>
                  <a:gd name="connsiteY7" fmla="*/ 15323 h 365858"/>
                  <a:gd name="connsiteX8" fmla="*/ 350527 w 365856"/>
                  <a:gd name="connsiteY8" fmla="*/ 0 h 365858"/>
                  <a:gd name="connsiteX9" fmla="*/ 352445 w 365856"/>
                  <a:gd name="connsiteY9" fmla="*/ 350535 h 365858"/>
                  <a:gd name="connsiteX10" fmla="*/ 350527 w 365856"/>
                  <a:gd name="connsiteY10" fmla="*/ 352447 h 365858"/>
                  <a:gd name="connsiteX11" fmla="*/ 15323 w 365856"/>
                  <a:gd name="connsiteY11" fmla="*/ 352447 h 365858"/>
                  <a:gd name="connsiteX12" fmla="*/ 13405 w 365856"/>
                  <a:gd name="connsiteY12" fmla="*/ 350535 h 365858"/>
                  <a:gd name="connsiteX13" fmla="*/ 13405 w 365856"/>
                  <a:gd name="connsiteY13" fmla="*/ 15323 h 365858"/>
                  <a:gd name="connsiteX14" fmla="*/ 15323 w 365856"/>
                  <a:gd name="connsiteY14" fmla="*/ 13408 h 365858"/>
                  <a:gd name="connsiteX15" fmla="*/ 350527 w 365856"/>
                  <a:gd name="connsiteY15" fmla="*/ 13408 h 365858"/>
                  <a:gd name="connsiteX16" fmla="*/ 352445 w 365856"/>
                  <a:gd name="connsiteY16" fmla="*/ 15323 h 365858"/>
                  <a:gd name="connsiteX17" fmla="*/ 352445 w 365856"/>
                  <a:gd name="connsiteY17" fmla="*/ 350535 h 365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65856" h="365858">
                    <a:moveTo>
                      <a:pt x="350527" y="0"/>
                    </a:moveTo>
                    <a:lnTo>
                      <a:pt x="15323" y="0"/>
                    </a:lnTo>
                    <a:cubicBezTo>
                      <a:pt x="6699" y="0"/>
                      <a:pt x="0" y="6704"/>
                      <a:pt x="0" y="15323"/>
                    </a:cubicBezTo>
                    <a:lnTo>
                      <a:pt x="0" y="350535"/>
                    </a:lnTo>
                    <a:cubicBezTo>
                      <a:pt x="0" y="359153"/>
                      <a:pt x="6699" y="365858"/>
                      <a:pt x="15323" y="365858"/>
                    </a:cubicBezTo>
                    <a:lnTo>
                      <a:pt x="350527" y="365858"/>
                    </a:lnTo>
                    <a:cubicBezTo>
                      <a:pt x="359151" y="365858"/>
                      <a:pt x="365856" y="359153"/>
                      <a:pt x="365856" y="350535"/>
                    </a:cubicBezTo>
                    <a:lnTo>
                      <a:pt x="365856" y="15323"/>
                    </a:lnTo>
                    <a:cubicBezTo>
                      <a:pt x="365856" y="6704"/>
                      <a:pt x="359151" y="0"/>
                      <a:pt x="350527" y="0"/>
                    </a:cubicBezTo>
                    <a:close/>
                    <a:moveTo>
                      <a:pt x="352445" y="350535"/>
                    </a:moveTo>
                    <a:cubicBezTo>
                      <a:pt x="352445" y="351491"/>
                      <a:pt x="351489" y="352447"/>
                      <a:pt x="350527" y="352447"/>
                    </a:cubicBezTo>
                    <a:lnTo>
                      <a:pt x="15323" y="352447"/>
                    </a:lnTo>
                    <a:cubicBezTo>
                      <a:pt x="14361" y="352447"/>
                      <a:pt x="13405" y="351491"/>
                      <a:pt x="13405" y="350535"/>
                    </a:cubicBezTo>
                    <a:lnTo>
                      <a:pt x="13405" y="15323"/>
                    </a:lnTo>
                    <a:cubicBezTo>
                      <a:pt x="13405" y="14366"/>
                      <a:pt x="14361" y="13408"/>
                      <a:pt x="15323" y="13408"/>
                    </a:cubicBezTo>
                    <a:lnTo>
                      <a:pt x="350527" y="13408"/>
                    </a:lnTo>
                    <a:cubicBezTo>
                      <a:pt x="351489" y="13408"/>
                      <a:pt x="352445" y="14366"/>
                      <a:pt x="352445" y="15323"/>
                    </a:cubicBezTo>
                    <a:lnTo>
                      <a:pt x="352445" y="350535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62" name="Freeform: Shape 426"/>
              <p:cNvSpPr/>
              <p:nvPr/>
            </p:nvSpPr>
            <p:spPr>
              <a:xfrm>
                <a:off x="3335224" y="2692692"/>
                <a:ext cx="285408" cy="81404"/>
              </a:xfrm>
              <a:custGeom>
                <a:avLst/>
                <a:gdLst>
                  <a:gd name="connsiteX0" fmla="*/ 0 w 285408"/>
                  <a:gd name="connsiteY0" fmla="*/ 81405 h 81404"/>
                  <a:gd name="connsiteX1" fmla="*/ 285408 w 285408"/>
                  <a:gd name="connsiteY1" fmla="*/ 81405 h 81404"/>
                  <a:gd name="connsiteX2" fmla="*/ 285408 w 285408"/>
                  <a:gd name="connsiteY2" fmla="*/ 0 h 81404"/>
                  <a:gd name="connsiteX3" fmla="*/ 0 w 285408"/>
                  <a:gd name="connsiteY3" fmla="*/ 0 h 81404"/>
                  <a:gd name="connsiteX4" fmla="*/ 0 w 285408"/>
                  <a:gd name="connsiteY4" fmla="*/ 81405 h 81404"/>
                  <a:gd name="connsiteX5" fmla="*/ 14367 w 285408"/>
                  <a:gd name="connsiteY5" fmla="*/ 13409 h 81404"/>
                  <a:gd name="connsiteX6" fmla="*/ 271997 w 285408"/>
                  <a:gd name="connsiteY6" fmla="*/ 13409 h 81404"/>
                  <a:gd name="connsiteX7" fmla="*/ 271997 w 285408"/>
                  <a:gd name="connsiteY7" fmla="*/ 67999 h 81404"/>
                  <a:gd name="connsiteX8" fmla="*/ 14367 w 285408"/>
                  <a:gd name="connsiteY8" fmla="*/ 67999 h 81404"/>
                  <a:gd name="connsiteX9" fmla="*/ 14367 w 285408"/>
                  <a:gd name="connsiteY9" fmla="*/ 13409 h 81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5408" h="81404">
                    <a:moveTo>
                      <a:pt x="0" y="81405"/>
                    </a:moveTo>
                    <a:lnTo>
                      <a:pt x="285408" y="81405"/>
                    </a:lnTo>
                    <a:lnTo>
                      <a:pt x="285408" y="0"/>
                    </a:lnTo>
                    <a:lnTo>
                      <a:pt x="0" y="0"/>
                    </a:lnTo>
                    <a:lnTo>
                      <a:pt x="0" y="81405"/>
                    </a:lnTo>
                    <a:close/>
                    <a:moveTo>
                      <a:pt x="14367" y="13409"/>
                    </a:moveTo>
                    <a:lnTo>
                      <a:pt x="271997" y="13409"/>
                    </a:lnTo>
                    <a:lnTo>
                      <a:pt x="271997" y="67999"/>
                    </a:lnTo>
                    <a:lnTo>
                      <a:pt x="14367" y="67999"/>
                    </a:lnTo>
                    <a:lnTo>
                      <a:pt x="14367" y="13409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63" name="Freeform: Shape 427"/>
              <p:cNvSpPr/>
              <p:nvPr/>
            </p:nvSpPr>
            <p:spPr>
              <a:xfrm>
                <a:off x="3566038" y="2723339"/>
                <a:ext cx="21072" cy="21070"/>
              </a:xfrm>
              <a:custGeom>
                <a:avLst/>
                <a:gdLst>
                  <a:gd name="connsiteX0" fmla="*/ 10536 w 21072"/>
                  <a:gd name="connsiteY0" fmla="*/ 21070 h 21070"/>
                  <a:gd name="connsiteX1" fmla="*/ 21073 w 21072"/>
                  <a:gd name="connsiteY1" fmla="*/ 10535 h 21070"/>
                  <a:gd name="connsiteX2" fmla="*/ 10536 w 21072"/>
                  <a:gd name="connsiteY2" fmla="*/ 0 h 21070"/>
                  <a:gd name="connsiteX3" fmla="*/ 0 w 21072"/>
                  <a:gd name="connsiteY3" fmla="*/ 10535 h 21070"/>
                  <a:gd name="connsiteX4" fmla="*/ 10536 w 21072"/>
                  <a:gd name="connsiteY4" fmla="*/ 21070 h 21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072" h="21070">
                    <a:moveTo>
                      <a:pt x="10536" y="21070"/>
                    </a:moveTo>
                    <a:cubicBezTo>
                      <a:pt x="16357" y="21070"/>
                      <a:pt x="21073" y="16354"/>
                      <a:pt x="21073" y="10535"/>
                    </a:cubicBezTo>
                    <a:cubicBezTo>
                      <a:pt x="21073" y="4717"/>
                      <a:pt x="16357" y="0"/>
                      <a:pt x="10536" y="0"/>
                    </a:cubicBezTo>
                    <a:cubicBezTo>
                      <a:pt x="4716" y="0"/>
                      <a:pt x="0" y="4717"/>
                      <a:pt x="0" y="10535"/>
                    </a:cubicBezTo>
                    <a:cubicBezTo>
                      <a:pt x="0" y="16354"/>
                      <a:pt x="4716" y="21070"/>
                      <a:pt x="10536" y="21070"/>
                    </a:cubicBez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64" name="Freeform: Shape 428"/>
              <p:cNvSpPr/>
              <p:nvPr/>
            </p:nvSpPr>
            <p:spPr>
              <a:xfrm>
                <a:off x="3335224" y="2490610"/>
                <a:ext cx="132167" cy="81407"/>
              </a:xfrm>
              <a:custGeom>
                <a:avLst/>
                <a:gdLst>
                  <a:gd name="connsiteX0" fmla="*/ 132168 w 132167"/>
                  <a:gd name="connsiteY0" fmla="*/ 0 h 81407"/>
                  <a:gd name="connsiteX1" fmla="*/ 0 w 132167"/>
                  <a:gd name="connsiteY1" fmla="*/ 0 h 81407"/>
                  <a:gd name="connsiteX2" fmla="*/ 0 w 132167"/>
                  <a:gd name="connsiteY2" fmla="*/ 81407 h 81407"/>
                  <a:gd name="connsiteX3" fmla="*/ 132168 w 132167"/>
                  <a:gd name="connsiteY3" fmla="*/ 81407 h 81407"/>
                  <a:gd name="connsiteX4" fmla="*/ 132168 w 132167"/>
                  <a:gd name="connsiteY4" fmla="*/ 0 h 81407"/>
                  <a:gd name="connsiteX5" fmla="*/ 61294 w 132167"/>
                  <a:gd name="connsiteY5" fmla="*/ 14366 h 81407"/>
                  <a:gd name="connsiteX6" fmla="*/ 71830 w 132167"/>
                  <a:gd name="connsiteY6" fmla="*/ 14366 h 81407"/>
                  <a:gd name="connsiteX7" fmla="*/ 71830 w 132167"/>
                  <a:gd name="connsiteY7" fmla="*/ 68957 h 81407"/>
                  <a:gd name="connsiteX8" fmla="*/ 61294 w 132167"/>
                  <a:gd name="connsiteY8" fmla="*/ 68957 h 81407"/>
                  <a:gd name="connsiteX9" fmla="*/ 61294 w 132167"/>
                  <a:gd name="connsiteY9" fmla="*/ 14366 h 81407"/>
                  <a:gd name="connsiteX10" fmla="*/ 47889 w 132167"/>
                  <a:gd name="connsiteY10" fmla="*/ 67999 h 81407"/>
                  <a:gd name="connsiteX11" fmla="*/ 37352 w 132167"/>
                  <a:gd name="connsiteY11" fmla="*/ 67999 h 81407"/>
                  <a:gd name="connsiteX12" fmla="*/ 37352 w 132167"/>
                  <a:gd name="connsiteY12" fmla="*/ 14366 h 81407"/>
                  <a:gd name="connsiteX13" fmla="*/ 47889 w 132167"/>
                  <a:gd name="connsiteY13" fmla="*/ 14366 h 81407"/>
                  <a:gd name="connsiteX14" fmla="*/ 47889 w 132167"/>
                  <a:gd name="connsiteY14" fmla="*/ 67999 h 81407"/>
                  <a:gd name="connsiteX15" fmla="*/ 85241 w 132167"/>
                  <a:gd name="connsiteY15" fmla="*/ 14366 h 81407"/>
                  <a:gd name="connsiteX16" fmla="*/ 95778 w 132167"/>
                  <a:gd name="connsiteY16" fmla="*/ 14366 h 81407"/>
                  <a:gd name="connsiteX17" fmla="*/ 95778 w 132167"/>
                  <a:gd name="connsiteY17" fmla="*/ 68957 h 81407"/>
                  <a:gd name="connsiteX18" fmla="*/ 85241 w 132167"/>
                  <a:gd name="connsiteY18" fmla="*/ 68957 h 81407"/>
                  <a:gd name="connsiteX19" fmla="*/ 85241 w 132167"/>
                  <a:gd name="connsiteY19" fmla="*/ 14366 h 81407"/>
                  <a:gd name="connsiteX20" fmla="*/ 14367 w 132167"/>
                  <a:gd name="connsiteY20" fmla="*/ 14366 h 81407"/>
                  <a:gd name="connsiteX21" fmla="*/ 24904 w 132167"/>
                  <a:gd name="connsiteY21" fmla="*/ 14366 h 81407"/>
                  <a:gd name="connsiteX22" fmla="*/ 24904 w 132167"/>
                  <a:gd name="connsiteY22" fmla="*/ 68957 h 81407"/>
                  <a:gd name="connsiteX23" fmla="*/ 14367 w 132167"/>
                  <a:gd name="connsiteY23" fmla="*/ 68957 h 81407"/>
                  <a:gd name="connsiteX24" fmla="*/ 14367 w 132167"/>
                  <a:gd name="connsiteY24" fmla="*/ 14366 h 81407"/>
                  <a:gd name="connsiteX25" fmla="*/ 118763 w 132167"/>
                  <a:gd name="connsiteY25" fmla="*/ 67999 h 81407"/>
                  <a:gd name="connsiteX26" fmla="*/ 108227 w 132167"/>
                  <a:gd name="connsiteY26" fmla="*/ 67999 h 81407"/>
                  <a:gd name="connsiteX27" fmla="*/ 108227 w 132167"/>
                  <a:gd name="connsiteY27" fmla="*/ 14366 h 81407"/>
                  <a:gd name="connsiteX28" fmla="*/ 118763 w 132167"/>
                  <a:gd name="connsiteY28" fmla="*/ 14366 h 81407"/>
                  <a:gd name="connsiteX29" fmla="*/ 118763 w 132167"/>
                  <a:gd name="connsiteY29" fmla="*/ 67999 h 8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32167" h="81407">
                    <a:moveTo>
                      <a:pt x="132168" y="0"/>
                    </a:moveTo>
                    <a:lnTo>
                      <a:pt x="0" y="0"/>
                    </a:lnTo>
                    <a:lnTo>
                      <a:pt x="0" y="81407"/>
                    </a:lnTo>
                    <a:lnTo>
                      <a:pt x="132168" y="81407"/>
                    </a:lnTo>
                    <a:lnTo>
                      <a:pt x="132168" y="0"/>
                    </a:lnTo>
                    <a:close/>
                    <a:moveTo>
                      <a:pt x="61294" y="14366"/>
                    </a:moveTo>
                    <a:lnTo>
                      <a:pt x="71830" y="14366"/>
                    </a:lnTo>
                    <a:lnTo>
                      <a:pt x="71830" y="68957"/>
                    </a:lnTo>
                    <a:lnTo>
                      <a:pt x="61294" y="68957"/>
                    </a:lnTo>
                    <a:cubicBezTo>
                      <a:pt x="61294" y="67999"/>
                      <a:pt x="61294" y="14366"/>
                      <a:pt x="61294" y="14366"/>
                    </a:cubicBezTo>
                    <a:close/>
                    <a:moveTo>
                      <a:pt x="47889" y="67999"/>
                    </a:moveTo>
                    <a:lnTo>
                      <a:pt x="37352" y="67999"/>
                    </a:lnTo>
                    <a:lnTo>
                      <a:pt x="37352" y="14366"/>
                    </a:lnTo>
                    <a:lnTo>
                      <a:pt x="47889" y="14366"/>
                    </a:lnTo>
                    <a:lnTo>
                      <a:pt x="47889" y="67999"/>
                    </a:lnTo>
                    <a:close/>
                    <a:moveTo>
                      <a:pt x="85241" y="14366"/>
                    </a:moveTo>
                    <a:lnTo>
                      <a:pt x="95778" y="14366"/>
                    </a:lnTo>
                    <a:lnTo>
                      <a:pt x="95778" y="68957"/>
                    </a:lnTo>
                    <a:lnTo>
                      <a:pt x="85241" y="68957"/>
                    </a:lnTo>
                    <a:lnTo>
                      <a:pt x="85241" y="14366"/>
                    </a:lnTo>
                    <a:close/>
                    <a:moveTo>
                      <a:pt x="14367" y="14366"/>
                    </a:moveTo>
                    <a:lnTo>
                      <a:pt x="24904" y="14366"/>
                    </a:lnTo>
                    <a:lnTo>
                      <a:pt x="24904" y="68957"/>
                    </a:lnTo>
                    <a:lnTo>
                      <a:pt x="14367" y="68957"/>
                    </a:lnTo>
                    <a:lnTo>
                      <a:pt x="14367" y="14366"/>
                    </a:lnTo>
                    <a:close/>
                    <a:moveTo>
                      <a:pt x="118763" y="67999"/>
                    </a:moveTo>
                    <a:lnTo>
                      <a:pt x="108227" y="67999"/>
                    </a:lnTo>
                    <a:lnTo>
                      <a:pt x="108227" y="14366"/>
                    </a:lnTo>
                    <a:lnTo>
                      <a:pt x="118763" y="14366"/>
                    </a:lnTo>
                    <a:lnTo>
                      <a:pt x="118763" y="67999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65" name="Freeform: Shape 429"/>
              <p:cNvSpPr/>
              <p:nvPr/>
            </p:nvSpPr>
            <p:spPr>
              <a:xfrm>
                <a:off x="3488465" y="2490610"/>
                <a:ext cx="132167" cy="81407"/>
              </a:xfrm>
              <a:custGeom>
                <a:avLst/>
                <a:gdLst>
                  <a:gd name="connsiteX0" fmla="*/ 0 w 132167"/>
                  <a:gd name="connsiteY0" fmla="*/ 81407 h 81407"/>
                  <a:gd name="connsiteX1" fmla="*/ 132168 w 132167"/>
                  <a:gd name="connsiteY1" fmla="*/ 81407 h 81407"/>
                  <a:gd name="connsiteX2" fmla="*/ 132168 w 132167"/>
                  <a:gd name="connsiteY2" fmla="*/ 0 h 81407"/>
                  <a:gd name="connsiteX3" fmla="*/ 0 w 132167"/>
                  <a:gd name="connsiteY3" fmla="*/ 0 h 81407"/>
                  <a:gd name="connsiteX4" fmla="*/ 0 w 132167"/>
                  <a:gd name="connsiteY4" fmla="*/ 81407 h 81407"/>
                  <a:gd name="connsiteX5" fmla="*/ 70874 w 132167"/>
                  <a:gd name="connsiteY5" fmla="*/ 67999 h 81407"/>
                  <a:gd name="connsiteX6" fmla="*/ 60337 w 132167"/>
                  <a:gd name="connsiteY6" fmla="*/ 67999 h 81407"/>
                  <a:gd name="connsiteX7" fmla="*/ 60337 w 132167"/>
                  <a:gd name="connsiteY7" fmla="*/ 14366 h 81407"/>
                  <a:gd name="connsiteX8" fmla="*/ 70874 w 132167"/>
                  <a:gd name="connsiteY8" fmla="*/ 14366 h 81407"/>
                  <a:gd name="connsiteX9" fmla="*/ 70874 w 132167"/>
                  <a:gd name="connsiteY9" fmla="*/ 67999 h 81407"/>
                  <a:gd name="connsiteX10" fmla="*/ 84279 w 132167"/>
                  <a:gd name="connsiteY10" fmla="*/ 14366 h 81407"/>
                  <a:gd name="connsiteX11" fmla="*/ 94815 w 132167"/>
                  <a:gd name="connsiteY11" fmla="*/ 14366 h 81407"/>
                  <a:gd name="connsiteX12" fmla="*/ 94815 w 132167"/>
                  <a:gd name="connsiteY12" fmla="*/ 68957 h 81407"/>
                  <a:gd name="connsiteX13" fmla="*/ 84279 w 132167"/>
                  <a:gd name="connsiteY13" fmla="*/ 68957 h 81407"/>
                  <a:gd name="connsiteX14" fmla="*/ 84279 w 132167"/>
                  <a:gd name="connsiteY14" fmla="*/ 14366 h 81407"/>
                  <a:gd name="connsiteX15" fmla="*/ 46926 w 132167"/>
                  <a:gd name="connsiteY15" fmla="*/ 67999 h 81407"/>
                  <a:gd name="connsiteX16" fmla="*/ 36390 w 132167"/>
                  <a:gd name="connsiteY16" fmla="*/ 67999 h 81407"/>
                  <a:gd name="connsiteX17" fmla="*/ 36390 w 132167"/>
                  <a:gd name="connsiteY17" fmla="*/ 14366 h 81407"/>
                  <a:gd name="connsiteX18" fmla="*/ 46926 w 132167"/>
                  <a:gd name="connsiteY18" fmla="*/ 14366 h 81407"/>
                  <a:gd name="connsiteX19" fmla="*/ 46926 w 132167"/>
                  <a:gd name="connsiteY19" fmla="*/ 67999 h 81407"/>
                  <a:gd name="connsiteX20" fmla="*/ 118756 w 132167"/>
                  <a:gd name="connsiteY20" fmla="*/ 67999 h 81407"/>
                  <a:gd name="connsiteX21" fmla="*/ 108226 w 132167"/>
                  <a:gd name="connsiteY21" fmla="*/ 67999 h 81407"/>
                  <a:gd name="connsiteX22" fmla="*/ 108226 w 132167"/>
                  <a:gd name="connsiteY22" fmla="*/ 14366 h 81407"/>
                  <a:gd name="connsiteX23" fmla="*/ 118756 w 132167"/>
                  <a:gd name="connsiteY23" fmla="*/ 14366 h 81407"/>
                  <a:gd name="connsiteX24" fmla="*/ 118756 w 132167"/>
                  <a:gd name="connsiteY24" fmla="*/ 67999 h 81407"/>
                  <a:gd name="connsiteX25" fmla="*/ 13405 w 132167"/>
                  <a:gd name="connsiteY25" fmla="*/ 14366 h 81407"/>
                  <a:gd name="connsiteX26" fmla="*/ 23941 w 132167"/>
                  <a:gd name="connsiteY26" fmla="*/ 14366 h 81407"/>
                  <a:gd name="connsiteX27" fmla="*/ 23941 w 132167"/>
                  <a:gd name="connsiteY27" fmla="*/ 68957 h 81407"/>
                  <a:gd name="connsiteX28" fmla="*/ 13405 w 132167"/>
                  <a:gd name="connsiteY28" fmla="*/ 68957 h 81407"/>
                  <a:gd name="connsiteX29" fmla="*/ 13405 w 132167"/>
                  <a:gd name="connsiteY29" fmla="*/ 14366 h 8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32167" h="81407">
                    <a:moveTo>
                      <a:pt x="0" y="81407"/>
                    </a:moveTo>
                    <a:lnTo>
                      <a:pt x="132168" y="81407"/>
                    </a:lnTo>
                    <a:lnTo>
                      <a:pt x="132168" y="0"/>
                    </a:lnTo>
                    <a:lnTo>
                      <a:pt x="0" y="0"/>
                    </a:lnTo>
                    <a:lnTo>
                      <a:pt x="0" y="81407"/>
                    </a:lnTo>
                    <a:close/>
                    <a:moveTo>
                      <a:pt x="70874" y="67999"/>
                    </a:moveTo>
                    <a:lnTo>
                      <a:pt x="60337" y="67999"/>
                    </a:lnTo>
                    <a:lnTo>
                      <a:pt x="60337" y="14366"/>
                    </a:lnTo>
                    <a:lnTo>
                      <a:pt x="70874" y="14366"/>
                    </a:lnTo>
                    <a:lnTo>
                      <a:pt x="70874" y="67999"/>
                    </a:lnTo>
                    <a:close/>
                    <a:moveTo>
                      <a:pt x="84279" y="14366"/>
                    </a:moveTo>
                    <a:lnTo>
                      <a:pt x="94815" y="14366"/>
                    </a:lnTo>
                    <a:lnTo>
                      <a:pt x="94815" y="68957"/>
                    </a:lnTo>
                    <a:lnTo>
                      <a:pt x="84279" y="68957"/>
                    </a:lnTo>
                    <a:lnTo>
                      <a:pt x="84279" y="14366"/>
                    </a:lnTo>
                    <a:close/>
                    <a:moveTo>
                      <a:pt x="46926" y="67999"/>
                    </a:moveTo>
                    <a:lnTo>
                      <a:pt x="36390" y="67999"/>
                    </a:lnTo>
                    <a:lnTo>
                      <a:pt x="36390" y="14366"/>
                    </a:lnTo>
                    <a:lnTo>
                      <a:pt x="46926" y="14366"/>
                    </a:lnTo>
                    <a:lnTo>
                      <a:pt x="46926" y="67999"/>
                    </a:lnTo>
                    <a:close/>
                    <a:moveTo>
                      <a:pt x="118756" y="67999"/>
                    </a:moveTo>
                    <a:lnTo>
                      <a:pt x="108226" y="67999"/>
                    </a:lnTo>
                    <a:lnTo>
                      <a:pt x="108226" y="14366"/>
                    </a:lnTo>
                    <a:lnTo>
                      <a:pt x="118756" y="14366"/>
                    </a:lnTo>
                    <a:lnTo>
                      <a:pt x="118756" y="67999"/>
                    </a:lnTo>
                    <a:close/>
                    <a:moveTo>
                      <a:pt x="13405" y="14366"/>
                    </a:moveTo>
                    <a:lnTo>
                      <a:pt x="23941" y="14366"/>
                    </a:lnTo>
                    <a:lnTo>
                      <a:pt x="23941" y="68957"/>
                    </a:lnTo>
                    <a:lnTo>
                      <a:pt x="13405" y="68957"/>
                    </a:lnTo>
                    <a:lnTo>
                      <a:pt x="13405" y="14366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66" name="Freeform: Shape 430"/>
              <p:cNvSpPr/>
              <p:nvPr/>
            </p:nvSpPr>
            <p:spPr>
              <a:xfrm>
                <a:off x="3335224" y="2593086"/>
                <a:ext cx="132167" cy="81407"/>
              </a:xfrm>
              <a:custGeom>
                <a:avLst/>
                <a:gdLst>
                  <a:gd name="connsiteX0" fmla="*/ 132168 w 132167"/>
                  <a:gd name="connsiteY0" fmla="*/ 0 h 81407"/>
                  <a:gd name="connsiteX1" fmla="*/ 0 w 132167"/>
                  <a:gd name="connsiteY1" fmla="*/ 0 h 81407"/>
                  <a:gd name="connsiteX2" fmla="*/ 0 w 132167"/>
                  <a:gd name="connsiteY2" fmla="*/ 81408 h 81407"/>
                  <a:gd name="connsiteX3" fmla="*/ 132168 w 132167"/>
                  <a:gd name="connsiteY3" fmla="*/ 81408 h 81407"/>
                  <a:gd name="connsiteX4" fmla="*/ 132168 w 132167"/>
                  <a:gd name="connsiteY4" fmla="*/ 0 h 81407"/>
                  <a:gd name="connsiteX5" fmla="*/ 61294 w 132167"/>
                  <a:gd name="connsiteY5" fmla="*/ 13409 h 81407"/>
                  <a:gd name="connsiteX6" fmla="*/ 71830 w 132167"/>
                  <a:gd name="connsiteY6" fmla="*/ 13409 h 81407"/>
                  <a:gd name="connsiteX7" fmla="*/ 71830 w 132167"/>
                  <a:gd name="connsiteY7" fmla="*/ 68000 h 81407"/>
                  <a:gd name="connsiteX8" fmla="*/ 61294 w 132167"/>
                  <a:gd name="connsiteY8" fmla="*/ 68000 h 81407"/>
                  <a:gd name="connsiteX9" fmla="*/ 61294 w 132167"/>
                  <a:gd name="connsiteY9" fmla="*/ 13409 h 81407"/>
                  <a:gd name="connsiteX10" fmla="*/ 47889 w 132167"/>
                  <a:gd name="connsiteY10" fmla="*/ 68000 h 81407"/>
                  <a:gd name="connsiteX11" fmla="*/ 37352 w 132167"/>
                  <a:gd name="connsiteY11" fmla="*/ 68000 h 81407"/>
                  <a:gd name="connsiteX12" fmla="*/ 37352 w 132167"/>
                  <a:gd name="connsiteY12" fmla="*/ 13409 h 81407"/>
                  <a:gd name="connsiteX13" fmla="*/ 47889 w 132167"/>
                  <a:gd name="connsiteY13" fmla="*/ 13409 h 81407"/>
                  <a:gd name="connsiteX14" fmla="*/ 47889 w 132167"/>
                  <a:gd name="connsiteY14" fmla="*/ 68000 h 81407"/>
                  <a:gd name="connsiteX15" fmla="*/ 85241 w 132167"/>
                  <a:gd name="connsiteY15" fmla="*/ 13409 h 81407"/>
                  <a:gd name="connsiteX16" fmla="*/ 95778 w 132167"/>
                  <a:gd name="connsiteY16" fmla="*/ 13409 h 81407"/>
                  <a:gd name="connsiteX17" fmla="*/ 95778 w 132167"/>
                  <a:gd name="connsiteY17" fmla="*/ 68000 h 81407"/>
                  <a:gd name="connsiteX18" fmla="*/ 85241 w 132167"/>
                  <a:gd name="connsiteY18" fmla="*/ 68000 h 81407"/>
                  <a:gd name="connsiteX19" fmla="*/ 85241 w 132167"/>
                  <a:gd name="connsiteY19" fmla="*/ 13409 h 81407"/>
                  <a:gd name="connsiteX20" fmla="*/ 14367 w 132167"/>
                  <a:gd name="connsiteY20" fmla="*/ 13409 h 81407"/>
                  <a:gd name="connsiteX21" fmla="*/ 24904 w 132167"/>
                  <a:gd name="connsiteY21" fmla="*/ 13409 h 81407"/>
                  <a:gd name="connsiteX22" fmla="*/ 24904 w 132167"/>
                  <a:gd name="connsiteY22" fmla="*/ 68000 h 81407"/>
                  <a:gd name="connsiteX23" fmla="*/ 14367 w 132167"/>
                  <a:gd name="connsiteY23" fmla="*/ 68000 h 81407"/>
                  <a:gd name="connsiteX24" fmla="*/ 14367 w 132167"/>
                  <a:gd name="connsiteY24" fmla="*/ 13409 h 81407"/>
                  <a:gd name="connsiteX25" fmla="*/ 118763 w 132167"/>
                  <a:gd name="connsiteY25" fmla="*/ 68000 h 81407"/>
                  <a:gd name="connsiteX26" fmla="*/ 108227 w 132167"/>
                  <a:gd name="connsiteY26" fmla="*/ 68000 h 81407"/>
                  <a:gd name="connsiteX27" fmla="*/ 108227 w 132167"/>
                  <a:gd name="connsiteY27" fmla="*/ 13409 h 81407"/>
                  <a:gd name="connsiteX28" fmla="*/ 118763 w 132167"/>
                  <a:gd name="connsiteY28" fmla="*/ 13409 h 81407"/>
                  <a:gd name="connsiteX29" fmla="*/ 118763 w 132167"/>
                  <a:gd name="connsiteY29" fmla="*/ 68000 h 8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32167" h="81407">
                    <a:moveTo>
                      <a:pt x="132168" y="0"/>
                    </a:moveTo>
                    <a:lnTo>
                      <a:pt x="0" y="0"/>
                    </a:lnTo>
                    <a:lnTo>
                      <a:pt x="0" y="81408"/>
                    </a:lnTo>
                    <a:lnTo>
                      <a:pt x="132168" y="81408"/>
                    </a:lnTo>
                    <a:lnTo>
                      <a:pt x="132168" y="0"/>
                    </a:lnTo>
                    <a:close/>
                    <a:moveTo>
                      <a:pt x="61294" y="13409"/>
                    </a:moveTo>
                    <a:lnTo>
                      <a:pt x="71830" y="13409"/>
                    </a:lnTo>
                    <a:lnTo>
                      <a:pt x="71830" y="68000"/>
                    </a:lnTo>
                    <a:lnTo>
                      <a:pt x="61294" y="68000"/>
                    </a:lnTo>
                    <a:cubicBezTo>
                      <a:pt x="61294" y="67042"/>
                      <a:pt x="61294" y="13409"/>
                      <a:pt x="61294" y="13409"/>
                    </a:cubicBezTo>
                    <a:close/>
                    <a:moveTo>
                      <a:pt x="47889" y="68000"/>
                    </a:moveTo>
                    <a:lnTo>
                      <a:pt x="37352" y="68000"/>
                    </a:lnTo>
                    <a:lnTo>
                      <a:pt x="37352" y="13409"/>
                    </a:lnTo>
                    <a:lnTo>
                      <a:pt x="47889" y="13409"/>
                    </a:lnTo>
                    <a:lnTo>
                      <a:pt x="47889" y="68000"/>
                    </a:lnTo>
                    <a:close/>
                    <a:moveTo>
                      <a:pt x="85241" y="13409"/>
                    </a:moveTo>
                    <a:lnTo>
                      <a:pt x="95778" y="13409"/>
                    </a:lnTo>
                    <a:lnTo>
                      <a:pt x="95778" y="68000"/>
                    </a:lnTo>
                    <a:lnTo>
                      <a:pt x="85241" y="68000"/>
                    </a:lnTo>
                    <a:lnTo>
                      <a:pt x="85241" y="13409"/>
                    </a:lnTo>
                    <a:close/>
                    <a:moveTo>
                      <a:pt x="14367" y="13409"/>
                    </a:moveTo>
                    <a:lnTo>
                      <a:pt x="24904" y="13409"/>
                    </a:lnTo>
                    <a:lnTo>
                      <a:pt x="24904" y="68000"/>
                    </a:lnTo>
                    <a:lnTo>
                      <a:pt x="14367" y="68000"/>
                    </a:lnTo>
                    <a:lnTo>
                      <a:pt x="14367" y="13409"/>
                    </a:lnTo>
                    <a:close/>
                    <a:moveTo>
                      <a:pt x="118763" y="68000"/>
                    </a:moveTo>
                    <a:lnTo>
                      <a:pt x="108227" y="68000"/>
                    </a:lnTo>
                    <a:lnTo>
                      <a:pt x="108227" y="13409"/>
                    </a:lnTo>
                    <a:lnTo>
                      <a:pt x="118763" y="13409"/>
                    </a:lnTo>
                    <a:lnTo>
                      <a:pt x="118763" y="68000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67" name="Freeform: Shape 431"/>
              <p:cNvSpPr/>
              <p:nvPr/>
            </p:nvSpPr>
            <p:spPr>
              <a:xfrm>
                <a:off x="3488465" y="2593086"/>
                <a:ext cx="132167" cy="81407"/>
              </a:xfrm>
              <a:custGeom>
                <a:avLst/>
                <a:gdLst>
                  <a:gd name="connsiteX0" fmla="*/ 0 w 132167"/>
                  <a:gd name="connsiteY0" fmla="*/ 81408 h 81407"/>
                  <a:gd name="connsiteX1" fmla="*/ 132168 w 132167"/>
                  <a:gd name="connsiteY1" fmla="*/ 81408 h 81407"/>
                  <a:gd name="connsiteX2" fmla="*/ 132168 w 132167"/>
                  <a:gd name="connsiteY2" fmla="*/ 0 h 81407"/>
                  <a:gd name="connsiteX3" fmla="*/ 0 w 132167"/>
                  <a:gd name="connsiteY3" fmla="*/ 0 h 81407"/>
                  <a:gd name="connsiteX4" fmla="*/ 0 w 132167"/>
                  <a:gd name="connsiteY4" fmla="*/ 81408 h 81407"/>
                  <a:gd name="connsiteX5" fmla="*/ 70874 w 132167"/>
                  <a:gd name="connsiteY5" fmla="*/ 68000 h 81407"/>
                  <a:gd name="connsiteX6" fmla="*/ 60337 w 132167"/>
                  <a:gd name="connsiteY6" fmla="*/ 68000 h 81407"/>
                  <a:gd name="connsiteX7" fmla="*/ 60337 w 132167"/>
                  <a:gd name="connsiteY7" fmla="*/ 13409 h 81407"/>
                  <a:gd name="connsiteX8" fmla="*/ 70874 w 132167"/>
                  <a:gd name="connsiteY8" fmla="*/ 13409 h 81407"/>
                  <a:gd name="connsiteX9" fmla="*/ 70874 w 132167"/>
                  <a:gd name="connsiteY9" fmla="*/ 68000 h 81407"/>
                  <a:gd name="connsiteX10" fmla="*/ 84279 w 132167"/>
                  <a:gd name="connsiteY10" fmla="*/ 13409 h 81407"/>
                  <a:gd name="connsiteX11" fmla="*/ 94815 w 132167"/>
                  <a:gd name="connsiteY11" fmla="*/ 13409 h 81407"/>
                  <a:gd name="connsiteX12" fmla="*/ 94815 w 132167"/>
                  <a:gd name="connsiteY12" fmla="*/ 68000 h 81407"/>
                  <a:gd name="connsiteX13" fmla="*/ 84279 w 132167"/>
                  <a:gd name="connsiteY13" fmla="*/ 68000 h 81407"/>
                  <a:gd name="connsiteX14" fmla="*/ 84279 w 132167"/>
                  <a:gd name="connsiteY14" fmla="*/ 13409 h 81407"/>
                  <a:gd name="connsiteX15" fmla="*/ 46926 w 132167"/>
                  <a:gd name="connsiteY15" fmla="*/ 68000 h 81407"/>
                  <a:gd name="connsiteX16" fmla="*/ 36390 w 132167"/>
                  <a:gd name="connsiteY16" fmla="*/ 68000 h 81407"/>
                  <a:gd name="connsiteX17" fmla="*/ 36390 w 132167"/>
                  <a:gd name="connsiteY17" fmla="*/ 13409 h 81407"/>
                  <a:gd name="connsiteX18" fmla="*/ 46926 w 132167"/>
                  <a:gd name="connsiteY18" fmla="*/ 13409 h 81407"/>
                  <a:gd name="connsiteX19" fmla="*/ 46926 w 132167"/>
                  <a:gd name="connsiteY19" fmla="*/ 68000 h 81407"/>
                  <a:gd name="connsiteX20" fmla="*/ 118756 w 132167"/>
                  <a:gd name="connsiteY20" fmla="*/ 68000 h 81407"/>
                  <a:gd name="connsiteX21" fmla="*/ 108226 w 132167"/>
                  <a:gd name="connsiteY21" fmla="*/ 68000 h 81407"/>
                  <a:gd name="connsiteX22" fmla="*/ 108226 w 132167"/>
                  <a:gd name="connsiteY22" fmla="*/ 13409 h 81407"/>
                  <a:gd name="connsiteX23" fmla="*/ 118756 w 132167"/>
                  <a:gd name="connsiteY23" fmla="*/ 13409 h 81407"/>
                  <a:gd name="connsiteX24" fmla="*/ 118756 w 132167"/>
                  <a:gd name="connsiteY24" fmla="*/ 68000 h 81407"/>
                  <a:gd name="connsiteX25" fmla="*/ 13405 w 132167"/>
                  <a:gd name="connsiteY25" fmla="*/ 13409 h 81407"/>
                  <a:gd name="connsiteX26" fmla="*/ 23941 w 132167"/>
                  <a:gd name="connsiteY26" fmla="*/ 13409 h 81407"/>
                  <a:gd name="connsiteX27" fmla="*/ 23941 w 132167"/>
                  <a:gd name="connsiteY27" fmla="*/ 68000 h 81407"/>
                  <a:gd name="connsiteX28" fmla="*/ 13405 w 132167"/>
                  <a:gd name="connsiteY28" fmla="*/ 68000 h 81407"/>
                  <a:gd name="connsiteX29" fmla="*/ 13405 w 132167"/>
                  <a:gd name="connsiteY29" fmla="*/ 13409 h 8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32167" h="81407">
                    <a:moveTo>
                      <a:pt x="0" y="81408"/>
                    </a:moveTo>
                    <a:lnTo>
                      <a:pt x="132168" y="81408"/>
                    </a:lnTo>
                    <a:lnTo>
                      <a:pt x="132168" y="0"/>
                    </a:lnTo>
                    <a:lnTo>
                      <a:pt x="0" y="0"/>
                    </a:lnTo>
                    <a:lnTo>
                      <a:pt x="0" y="81408"/>
                    </a:lnTo>
                    <a:close/>
                    <a:moveTo>
                      <a:pt x="70874" y="68000"/>
                    </a:moveTo>
                    <a:lnTo>
                      <a:pt x="60337" y="68000"/>
                    </a:lnTo>
                    <a:lnTo>
                      <a:pt x="60337" y="13409"/>
                    </a:lnTo>
                    <a:lnTo>
                      <a:pt x="70874" y="13409"/>
                    </a:lnTo>
                    <a:lnTo>
                      <a:pt x="70874" y="68000"/>
                    </a:lnTo>
                    <a:close/>
                    <a:moveTo>
                      <a:pt x="84279" y="13409"/>
                    </a:moveTo>
                    <a:lnTo>
                      <a:pt x="94815" y="13409"/>
                    </a:lnTo>
                    <a:lnTo>
                      <a:pt x="94815" y="68000"/>
                    </a:lnTo>
                    <a:lnTo>
                      <a:pt x="84279" y="68000"/>
                    </a:lnTo>
                    <a:lnTo>
                      <a:pt x="84279" y="13409"/>
                    </a:lnTo>
                    <a:close/>
                    <a:moveTo>
                      <a:pt x="46926" y="68000"/>
                    </a:moveTo>
                    <a:lnTo>
                      <a:pt x="36390" y="68000"/>
                    </a:lnTo>
                    <a:lnTo>
                      <a:pt x="36390" y="13409"/>
                    </a:lnTo>
                    <a:lnTo>
                      <a:pt x="46926" y="13409"/>
                    </a:lnTo>
                    <a:lnTo>
                      <a:pt x="46926" y="68000"/>
                    </a:lnTo>
                    <a:close/>
                    <a:moveTo>
                      <a:pt x="118756" y="68000"/>
                    </a:moveTo>
                    <a:lnTo>
                      <a:pt x="108226" y="68000"/>
                    </a:lnTo>
                    <a:lnTo>
                      <a:pt x="108226" y="13409"/>
                    </a:lnTo>
                    <a:lnTo>
                      <a:pt x="118756" y="13409"/>
                    </a:lnTo>
                    <a:lnTo>
                      <a:pt x="118756" y="68000"/>
                    </a:lnTo>
                    <a:close/>
                    <a:moveTo>
                      <a:pt x="13405" y="13409"/>
                    </a:moveTo>
                    <a:lnTo>
                      <a:pt x="23941" y="13409"/>
                    </a:lnTo>
                    <a:lnTo>
                      <a:pt x="23941" y="68000"/>
                    </a:lnTo>
                    <a:lnTo>
                      <a:pt x="13405" y="68000"/>
                    </a:lnTo>
                    <a:lnTo>
                      <a:pt x="13405" y="13409"/>
                    </a:lnTo>
                    <a:close/>
                  </a:path>
                </a:pathLst>
              </a:custGeom>
              <a:solidFill>
                <a:srgbClr val="2D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</p:grpSp>
      </p:grpSp>
      <p:sp>
        <p:nvSpPr>
          <p:cNvPr id="8" name="">
            <a:extLst>
              <a:ext uri="{FF2B5EF4-FFF2-40B4-BE49-F238E27FC236}">
                <ns2:creationId id="{0E10DE75-677F-4436-A748-B0D142248F50}"/>
              </a:ext>
            </a:extLst>
          </p:cNvPr>
          <p:cNvSpPr>
            <a:spLocks noGrp="1"/>
          </p:cNvSpPr>
          <p:nvPr/>
        </p:nvSpPr>
        <p:spPr>
          <a:xfrm>
            <a:off x="4000500" y="2200275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l">
              <a:defRPr sz="1875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Hosted Application / Deployment</a:t>
            </a:r>
          </a:p>
        </p:txBody>
      </p:sp>
      <p:sp>
        <p:nvSpPr>
          <p:cNvPr id="9" name="">
            <a:extLst>
              <a:ext uri="{FF2B5EF4-FFF2-40B4-BE49-F238E27FC236}">
                <ns2:creationId id="{CB8517CA-A0CD-4660-B393-068B09B70895}"/>
              </a:ext>
            </a:extLst>
          </p:cNvPr>
          <p:cNvSpPr>
            <a:spLocks noGrp="1"/>
          </p:cNvSpPr>
          <p:nvPr/>
        </p:nvSpPr>
        <p:spPr>
          <a:xfrm>
            <a:off x="4000500" y="2524125"/>
            <a:ext cx="3810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75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l">
              <a:defRPr sz="1575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Container（Python） / 8080</a:t>
            </a:r>
          </a:p>
        </p:txBody>
      </p:sp>
      <p:grpSp>
        <p:nvGrpSpPr>
          <p:cNvPr id="68" name="official-icon-genai (OCI Toolkit original)"/>
          <p:cNvGrpSpPr/>
          <p:nvPr/>
        </p:nvGrpSpPr>
        <p:grpSpPr>
          <a:xfrm>
            <a:off x="8848725" y="2254448"/>
            <a:ext cx="428625" cy="396478"/>
            <a:chOff x="3997692" y="3781926"/>
            <a:chExt cx="385010" cy="356134"/>
          </a:xfrm>
        </p:grpSpPr>
        <p:sp>
          <p:nvSpPr>
            <p:cNvPr id="69" name="Freeform: Shape 647"/>
            <p:cNvSpPr/>
            <p:nvPr/>
          </p:nvSpPr>
          <p:spPr>
            <a:xfrm>
              <a:off x="3997692" y="3781926"/>
              <a:ext cx="385010" cy="356134"/>
            </a:xfrm>
            <a:custGeom>
              <a:avLst/>
              <a:gdLst>
                <a:gd name="connsiteX0" fmla="*/ 194155 w 385010"/>
                <a:gd name="connsiteY0" fmla="*/ 194956 h 356134"/>
                <a:gd name="connsiteX1" fmla="*/ 317358 w 385010"/>
                <a:gd name="connsiteY1" fmla="*/ 194956 h 356134"/>
                <a:gd name="connsiteX2" fmla="*/ 349076 w 385010"/>
                <a:gd name="connsiteY2" fmla="*/ 214143 h 356134"/>
                <a:gd name="connsiteX3" fmla="*/ 385011 w 385010"/>
                <a:gd name="connsiteY3" fmla="*/ 178067 h 356134"/>
                <a:gd name="connsiteX4" fmla="*/ 349076 w 385010"/>
                <a:gd name="connsiteY4" fmla="*/ 141992 h 356134"/>
                <a:gd name="connsiteX5" fmla="*/ 317358 w 385010"/>
                <a:gd name="connsiteY5" fmla="*/ 161178 h 356134"/>
                <a:gd name="connsiteX6" fmla="*/ 194155 w 385010"/>
                <a:gd name="connsiteY6" fmla="*/ 161178 h 356134"/>
                <a:gd name="connsiteX7" fmla="*/ 191864 w 385010"/>
                <a:gd name="connsiteY7" fmla="*/ 161178 h 356134"/>
                <a:gd name="connsiteX8" fmla="*/ 191864 w 385010"/>
                <a:gd name="connsiteY8" fmla="*/ 150712 h 356134"/>
                <a:gd name="connsiteX9" fmla="*/ 194155 w 385010"/>
                <a:gd name="connsiteY9" fmla="*/ 150712 h 356134"/>
                <a:gd name="connsiteX10" fmla="*/ 271708 w 385010"/>
                <a:gd name="connsiteY10" fmla="*/ 150712 h 356134"/>
                <a:gd name="connsiteX11" fmla="*/ 275469 w 385010"/>
                <a:gd name="connsiteY11" fmla="*/ 150712 h 356134"/>
                <a:gd name="connsiteX12" fmla="*/ 278125 w 385010"/>
                <a:gd name="connsiteY12" fmla="*/ 148056 h 356134"/>
                <a:gd name="connsiteX13" fmla="*/ 304986 w 385010"/>
                <a:gd name="connsiteY13" fmla="*/ 121156 h 356134"/>
                <a:gd name="connsiteX14" fmla="*/ 315709 w 385010"/>
                <a:gd name="connsiteY14" fmla="*/ 122812 h 356134"/>
                <a:gd name="connsiteX15" fmla="*/ 351643 w 385010"/>
                <a:gd name="connsiteY15" fmla="*/ 86736 h 356134"/>
                <a:gd name="connsiteX16" fmla="*/ 315709 w 385010"/>
                <a:gd name="connsiteY16" fmla="*/ 50667 h 356134"/>
                <a:gd name="connsiteX17" fmla="*/ 279774 w 385010"/>
                <a:gd name="connsiteY17" fmla="*/ 86736 h 356134"/>
                <a:gd name="connsiteX18" fmla="*/ 281334 w 385010"/>
                <a:gd name="connsiteY18" fmla="*/ 97202 h 356134"/>
                <a:gd name="connsiteX19" fmla="*/ 261531 w 385010"/>
                <a:gd name="connsiteY19" fmla="*/ 117030 h 356134"/>
                <a:gd name="connsiteX20" fmla="*/ 194155 w 385010"/>
                <a:gd name="connsiteY20" fmla="*/ 117030 h 356134"/>
                <a:gd name="connsiteX21" fmla="*/ 191864 w 385010"/>
                <a:gd name="connsiteY21" fmla="*/ 117030 h 356134"/>
                <a:gd name="connsiteX22" fmla="*/ 191864 w 385010"/>
                <a:gd name="connsiteY22" fmla="*/ 96195 h 356134"/>
                <a:gd name="connsiteX23" fmla="*/ 200661 w 385010"/>
                <a:gd name="connsiteY23" fmla="*/ 87385 h 356134"/>
                <a:gd name="connsiteX24" fmla="*/ 217717 w 385010"/>
                <a:gd name="connsiteY24" fmla="*/ 70309 h 356134"/>
                <a:gd name="connsiteX25" fmla="*/ 228439 w 385010"/>
                <a:gd name="connsiteY25" fmla="*/ 71958 h 356134"/>
                <a:gd name="connsiteX26" fmla="*/ 264374 w 385010"/>
                <a:gd name="connsiteY26" fmla="*/ 35889 h 356134"/>
                <a:gd name="connsiteX27" fmla="*/ 228350 w 385010"/>
                <a:gd name="connsiteY27" fmla="*/ 0 h 356134"/>
                <a:gd name="connsiteX28" fmla="*/ 195900 w 385010"/>
                <a:gd name="connsiteY28" fmla="*/ 20835 h 356134"/>
                <a:gd name="connsiteX29" fmla="*/ 195900 w 385010"/>
                <a:gd name="connsiteY29" fmla="*/ 20560 h 356134"/>
                <a:gd name="connsiteX30" fmla="*/ 192139 w 385010"/>
                <a:gd name="connsiteY30" fmla="*/ 28176 h 356134"/>
                <a:gd name="connsiteX31" fmla="*/ 189387 w 385010"/>
                <a:gd name="connsiteY31" fmla="*/ 20925 h 356134"/>
                <a:gd name="connsiteX32" fmla="*/ 189297 w 385010"/>
                <a:gd name="connsiteY32" fmla="*/ 20649 h 356134"/>
                <a:gd name="connsiteX33" fmla="*/ 159869 w 385010"/>
                <a:gd name="connsiteY33" fmla="*/ 186 h 356134"/>
                <a:gd name="connsiteX34" fmla="*/ 157213 w 385010"/>
                <a:gd name="connsiteY34" fmla="*/ 186 h 356134"/>
                <a:gd name="connsiteX35" fmla="*/ 128703 w 385010"/>
                <a:gd name="connsiteY35" fmla="*/ 5416 h 356134"/>
                <a:gd name="connsiteX36" fmla="*/ 87821 w 385010"/>
                <a:gd name="connsiteY36" fmla="*/ 37635 h 356134"/>
                <a:gd name="connsiteX37" fmla="*/ 19251 w 385010"/>
                <a:gd name="connsiteY37" fmla="*/ 120239 h 356134"/>
                <a:gd name="connsiteX38" fmla="*/ 19340 w 385010"/>
                <a:gd name="connsiteY38" fmla="*/ 124557 h 356134"/>
                <a:gd name="connsiteX39" fmla="*/ 0 w 385010"/>
                <a:gd name="connsiteY39" fmla="*/ 178157 h 356134"/>
                <a:gd name="connsiteX40" fmla="*/ 19340 w 385010"/>
                <a:gd name="connsiteY40" fmla="*/ 231853 h 356134"/>
                <a:gd name="connsiteX41" fmla="*/ 19251 w 385010"/>
                <a:gd name="connsiteY41" fmla="*/ 235896 h 356134"/>
                <a:gd name="connsiteX42" fmla="*/ 87359 w 385010"/>
                <a:gd name="connsiteY42" fmla="*/ 318410 h 356134"/>
                <a:gd name="connsiteX43" fmla="*/ 157213 w 385010"/>
                <a:gd name="connsiteY43" fmla="*/ 356135 h 356134"/>
                <a:gd name="connsiteX44" fmla="*/ 159414 w 385010"/>
                <a:gd name="connsiteY44" fmla="*/ 356135 h 356134"/>
                <a:gd name="connsiteX45" fmla="*/ 191588 w 385010"/>
                <a:gd name="connsiteY45" fmla="*/ 325109 h 356134"/>
                <a:gd name="connsiteX46" fmla="*/ 192961 w 385010"/>
                <a:gd name="connsiteY46" fmla="*/ 325109 h 356134"/>
                <a:gd name="connsiteX47" fmla="*/ 228439 w 385010"/>
                <a:gd name="connsiteY47" fmla="*/ 356135 h 356134"/>
                <a:gd name="connsiteX48" fmla="*/ 264374 w 385010"/>
                <a:gd name="connsiteY48" fmla="*/ 320059 h 356134"/>
                <a:gd name="connsiteX49" fmla="*/ 228439 w 385010"/>
                <a:gd name="connsiteY49" fmla="*/ 283990 h 356134"/>
                <a:gd name="connsiteX50" fmla="*/ 217717 w 385010"/>
                <a:gd name="connsiteY50" fmla="*/ 285639 h 356134"/>
                <a:gd name="connsiteX51" fmla="*/ 200661 w 385010"/>
                <a:gd name="connsiteY51" fmla="*/ 268571 h 356134"/>
                <a:gd name="connsiteX52" fmla="*/ 191864 w 385010"/>
                <a:gd name="connsiteY52" fmla="*/ 259760 h 356134"/>
                <a:gd name="connsiteX53" fmla="*/ 191864 w 385010"/>
                <a:gd name="connsiteY53" fmla="*/ 239104 h 356134"/>
                <a:gd name="connsiteX54" fmla="*/ 194155 w 385010"/>
                <a:gd name="connsiteY54" fmla="*/ 239104 h 356134"/>
                <a:gd name="connsiteX55" fmla="*/ 261531 w 385010"/>
                <a:gd name="connsiteY55" fmla="*/ 239104 h 356134"/>
                <a:gd name="connsiteX56" fmla="*/ 281700 w 385010"/>
                <a:gd name="connsiteY56" fmla="*/ 259388 h 356134"/>
                <a:gd name="connsiteX57" fmla="*/ 280602 w 385010"/>
                <a:gd name="connsiteY57" fmla="*/ 268295 h 356134"/>
                <a:gd name="connsiteX58" fmla="*/ 316536 w 385010"/>
                <a:gd name="connsiteY58" fmla="*/ 304364 h 356134"/>
                <a:gd name="connsiteX59" fmla="*/ 352471 w 385010"/>
                <a:gd name="connsiteY59" fmla="*/ 268295 h 356134"/>
                <a:gd name="connsiteX60" fmla="*/ 316536 w 385010"/>
                <a:gd name="connsiteY60" fmla="*/ 232219 h 356134"/>
                <a:gd name="connsiteX61" fmla="*/ 304345 w 385010"/>
                <a:gd name="connsiteY61" fmla="*/ 234330 h 356134"/>
                <a:gd name="connsiteX62" fmla="*/ 278125 w 385010"/>
                <a:gd name="connsiteY62" fmla="*/ 207989 h 356134"/>
                <a:gd name="connsiteX63" fmla="*/ 275469 w 385010"/>
                <a:gd name="connsiteY63" fmla="*/ 205326 h 356134"/>
                <a:gd name="connsiteX64" fmla="*/ 271708 w 385010"/>
                <a:gd name="connsiteY64" fmla="*/ 205326 h 356134"/>
                <a:gd name="connsiteX65" fmla="*/ 194155 w 385010"/>
                <a:gd name="connsiteY65" fmla="*/ 205326 h 356134"/>
                <a:gd name="connsiteX66" fmla="*/ 191864 w 385010"/>
                <a:gd name="connsiteY66" fmla="*/ 205326 h 356134"/>
                <a:gd name="connsiteX67" fmla="*/ 191864 w 385010"/>
                <a:gd name="connsiteY67" fmla="*/ 194867 h 356134"/>
                <a:gd name="connsiteX68" fmla="*/ 194155 w 385010"/>
                <a:gd name="connsiteY68" fmla="*/ 194867 h 356134"/>
                <a:gd name="connsiteX69" fmla="*/ 194155 w 385010"/>
                <a:gd name="connsiteY69" fmla="*/ 194956 h 356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385010" h="356134">
                  <a:moveTo>
                    <a:pt x="194155" y="194956"/>
                  </a:moveTo>
                  <a:lnTo>
                    <a:pt x="317358" y="194956"/>
                  </a:lnTo>
                  <a:cubicBezTo>
                    <a:pt x="323499" y="206520"/>
                    <a:pt x="335691" y="214143"/>
                    <a:pt x="349076" y="214143"/>
                  </a:cubicBezTo>
                  <a:cubicBezTo>
                    <a:pt x="368879" y="214143"/>
                    <a:pt x="385011" y="197985"/>
                    <a:pt x="385011" y="178067"/>
                  </a:cubicBezTo>
                  <a:cubicBezTo>
                    <a:pt x="385011" y="158149"/>
                    <a:pt x="368879" y="141992"/>
                    <a:pt x="349076" y="141992"/>
                  </a:cubicBezTo>
                  <a:cubicBezTo>
                    <a:pt x="335691" y="141992"/>
                    <a:pt x="323499" y="149615"/>
                    <a:pt x="317358" y="161178"/>
                  </a:cubicBezTo>
                  <a:lnTo>
                    <a:pt x="194155" y="161178"/>
                  </a:lnTo>
                  <a:lnTo>
                    <a:pt x="191864" y="161178"/>
                  </a:lnTo>
                  <a:lnTo>
                    <a:pt x="191864" y="150712"/>
                  </a:lnTo>
                  <a:lnTo>
                    <a:pt x="194155" y="150712"/>
                  </a:lnTo>
                  <a:lnTo>
                    <a:pt x="271708" y="150712"/>
                  </a:lnTo>
                  <a:lnTo>
                    <a:pt x="275469" y="150712"/>
                  </a:lnTo>
                  <a:lnTo>
                    <a:pt x="278125" y="148056"/>
                  </a:lnTo>
                  <a:lnTo>
                    <a:pt x="304986" y="121156"/>
                  </a:lnTo>
                  <a:cubicBezTo>
                    <a:pt x="308464" y="122260"/>
                    <a:pt x="312045" y="122812"/>
                    <a:pt x="315709" y="122812"/>
                  </a:cubicBezTo>
                  <a:cubicBezTo>
                    <a:pt x="335511" y="122812"/>
                    <a:pt x="351643" y="106654"/>
                    <a:pt x="351643" y="86736"/>
                  </a:cubicBezTo>
                  <a:cubicBezTo>
                    <a:pt x="351643" y="66819"/>
                    <a:pt x="335511" y="50667"/>
                    <a:pt x="315709" y="50667"/>
                  </a:cubicBezTo>
                  <a:cubicBezTo>
                    <a:pt x="295906" y="50667"/>
                    <a:pt x="279774" y="66819"/>
                    <a:pt x="279774" y="86736"/>
                  </a:cubicBezTo>
                  <a:cubicBezTo>
                    <a:pt x="279774" y="90317"/>
                    <a:pt x="280326" y="93808"/>
                    <a:pt x="281334" y="97202"/>
                  </a:cubicBezTo>
                  <a:lnTo>
                    <a:pt x="261531" y="117030"/>
                  </a:lnTo>
                  <a:lnTo>
                    <a:pt x="194155" y="117030"/>
                  </a:lnTo>
                  <a:lnTo>
                    <a:pt x="191864" y="117030"/>
                  </a:lnTo>
                  <a:lnTo>
                    <a:pt x="191864" y="96195"/>
                  </a:lnTo>
                  <a:lnTo>
                    <a:pt x="200661" y="87385"/>
                  </a:lnTo>
                  <a:lnTo>
                    <a:pt x="217717" y="70309"/>
                  </a:lnTo>
                  <a:cubicBezTo>
                    <a:pt x="221195" y="71413"/>
                    <a:pt x="224776" y="71958"/>
                    <a:pt x="228439" y="71958"/>
                  </a:cubicBezTo>
                  <a:cubicBezTo>
                    <a:pt x="248242" y="71958"/>
                    <a:pt x="264374" y="55807"/>
                    <a:pt x="264374" y="35889"/>
                  </a:cubicBezTo>
                  <a:cubicBezTo>
                    <a:pt x="264374" y="15972"/>
                    <a:pt x="248146" y="0"/>
                    <a:pt x="228350" y="0"/>
                  </a:cubicBezTo>
                  <a:cubicBezTo>
                    <a:pt x="213957" y="0"/>
                    <a:pt x="201579" y="8534"/>
                    <a:pt x="195900" y="20835"/>
                  </a:cubicBezTo>
                  <a:lnTo>
                    <a:pt x="195900" y="20560"/>
                  </a:lnTo>
                  <a:lnTo>
                    <a:pt x="192139" y="28176"/>
                  </a:lnTo>
                  <a:lnTo>
                    <a:pt x="189387" y="20925"/>
                  </a:lnTo>
                  <a:cubicBezTo>
                    <a:pt x="189387" y="20835"/>
                    <a:pt x="189297" y="20746"/>
                    <a:pt x="189297" y="20649"/>
                  </a:cubicBezTo>
                  <a:cubicBezTo>
                    <a:pt x="184439" y="8907"/>
                    <a:pt x="173255" y="642"/>
                    <a:pt x="159869" y="186"/>
                  </a:cubicBezTo>
                  <a:cubicBezTo>
                    <a:pt x="158952" y="186"/>
                    <a:pt x="158130" y="186"/>
                    <a:pt x="157213" y="186"/>
                  </a:cubicBezTo>
                  <a:cubicBezTo>
                    <a:pt x="147587" y="186"/>
                    <a:pt x="137962" y="1925"/>
                    <a:pt x="128703" y="5416"/>
                  </a:cubicBezTo>
                  <a:cubicBezTo>
                    <a:pt x="112109" y="11563"/>
                    <a:pt x="97722" y="22947"/>
                    <a:pt x="87821" y="37635"/>
                  </a:cubicBezTo>
                  <a:cubicBezTo>
                    <a:pt x="48402" y="44886"/>
                    <a:pt x="19251" y="79671"/>
                    <a:pt x="19251" y="120239"/>
                  </a:cubicBezTo>
                  <a:cubicBezTo>
                    <a:pt x="19251" y="121618"/>
                    <a:pt x="19251" y="123088"/>
                    <a:pt x="19340" y="124557"/>
                  </a:cubicBezTo>
                  <a:cubicBezTo>
                    <a:pt x="6872" y="139515"/>
                    <a:pt x="0" y="158425"/>
                    <a:pt x="0" y="178157"/>
                  </a:cubicBezTo>
                  <a:cubicBezTo>
                    <a:pt x="0" y="197895"/>
                    <a:pt x="6872" y="216799"/>
                    <a:pt x="19340" y="231853"/>
                  </a:cubicBezTo>
                  <a:cubicBezTo>
                    <a:pt x="19251" y="233233"/>
                    <a:pt x="19251" y="234516"/>
                    <a:pt x="19251" y="235896"/>
                  </a:cubicBezTo>
                  <a:cubicBezTo>
                    <a:pt x="19251" y="276187"/>
                    <a:pt x="48216" y="310883"/>
                    <a:pt x="87359" y="318410"/>
                  </a:cubicBezTo>
                  <a:cubicBezTo>
                    <a:pt x="102946" y="342088"/>
                    <a:pt x="128703" y="356135"/>
                    <a:pt x="157213" y="356135"/>
                  </a:cubicBezTo>
                  <a:cubicBezTo>
                    <a:pt x="157944" y="356135"/>
                    <a:pt x="158682" y="356135"/>
                    <a:pt x="159414" y="356135"/>
                  </a:cubicBezTo>
                  <a:cubicBezTo>
                    <a:pt x="176553" y="355673"/>
                    <a:pt x="190394" y="341909"/>
                    <a:pt x="191588" y="325109"/>
                  </a:cubicBezTo>
                  <a:lnTo>
                    <a:pt x="192961" y="325109"/>
                  </a:lnTo>
                  <a:cubicBezTo>
                    <a:pt x="195438" y="342550"/>
                    <a:pt x="210286" y="356135"/>
                    <a:pt x="228439" y="356135"/>
                  </a:cubicBezTo>
                  <a:cubicBezTo>
                    <a:pt x="248242" y="356135"/>
                    <a:pt x="264374" y="339977"/>
                    <a:pt x="264374" y="320059"/>
                  </a:cubicBezTo>
                  <a:cubicBezTo>
                    <a:pt x="264374" y="300141"/>
                    <a:pt x="248242" y="283990"/>
                    <a:pt x="228439" y="283990"/>
                  </a:cubicBezTo>
                  <a:cubicBezTo>
                    <a:pt x="224776" y="283990"/>
                    <a:pt x="221195" y="284542"/>
                    <a:pt x="217717" y="285639"/>
                  </a:cubicBezTo>
                  <a:lnTo>
                    <a:pt x="200661" y="268571"/>
                  </a:lnTo>
                  <a:lnTo>
                    <a:pt x="191864" y="259760"/>
                  </a:lnTo>
                  <a:lnTo>
                    <a:pt x="191864" y="239104"/>
                  </a:lnTo>
                  <a:lnTo>
                    <a:pt x="194155" y="239104"/>
                  </a:lnTo>
                  <a:lnTo>
                    <a:pt x="261531" y="239104"/>
                  </a:lnTo>
                  <a:lnTo>
                    <a:pt x="281700" y="259388"/>
                  </a:lnTo>
                  <a:cubicBezTo>
                    <a:pt x="280968" y="262327"/>
                    <a:pt x="280602" y="265266"/>
                    <a:pt x="280602" y="268295"/>
                  </a:cubicBezTo>
                  <a:cubicBezTo>
                    <a:pt x="280602" y="288123"/>
                    <a:pt x="296734" y="304364"/>
                    <a:pt x="316536" y="304364"/>
                  </a:cubicBezTo>
                  <a:cubicBezTo>
                    <a:pt x="336332" y="304364"/>
                    <a:pt x="352471" y="288213"/>
                    <a:pt x="352471" y="268295"/>
                  </a:cubicBezTo>
                  <a:cubicBezTo>
                    <a:pt x="352471" y="248377"/>
                    <a:pt x="336332" y="232219"/>
                    <a:pt x="316536" y="232219"/>
                  </a:cubicBezTo>
                  <a:cubicBezTo>
                    <a:pt x="312410" y="232219"/>
                    <a:pt x="308285" y="232957"/>
                    <a:pt x="304345" y="234330"/>
                  </a:cubicBezTo>
                  <a:lnTo>
                    <a:pt x="278125" y="207989"/>
                  </a:lnTo>
                  <a:lnTo>
                    <a:pt x="275469" y="205326"/>
                  </a:lnTo>
                  <a:lnTo>
                    <a:pt x="271708" y="205326"/>
                  </a:lnTo>
                  <a:lnTo>
                    <a:pt x="194155" y="205326"/>
                  </a:lnTo>
                  <a:lnTo>
                    <a:pt x="191864" y="205326"/>
                  </a:lnTo>
                  <a:lnTo>
                    <a:pt x="191864" y="194867"/>
                  </a:lnTo>
                  <a:lnTo>
                    <a:pt x="194155" y="194867"/>
                  </a:lnTo>
                  <a:lnTo>
                    <a:pt x="194155" y="194956"/>
                  </a:lnTo>
                  <a:close/>
                </a:path>
              </a:pathLst>
            </a:custGeom>
            <a:solidFill>
              <a:srgbClr val="FFFFFF"/>
            </a:solidFill>
            <a:ln w="64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810"/>
            </a:p>
          </p:txBody>
        </p:sp>
        <p:grpSp>
          <p:nvGrpSpPr>
            <p:cNvPr id="70" name="Graphic 4"/>
            <p:cNvGrpSpPr/>
            <p:nvPr/>
          </p:nvGrpSpPr>
          <p:grpSpPr>
            <a:xfrm>
              <a:off x="4006862" y="3791102"/>
              <a:ext cx="366670" cy="337782"/>
              <a:chOff x="4006862" y="3791102"/>
              <a:chExt cx="366670" cy="337782"/>
            </a:xfrm>
            <a:solidFill>
              <a:srgbClr val="2C5967"/>
            </a:solidFill>
          </p:grpSpPr>
          <p:sp>
            <p:nvSpPr>
              <p:cNvPr id="71" name="Freeform: Shape 649"/>
              <p:cNvSpPr/>
              <p:nvPr/>
            </p:nvSpPr>
            <p:spPr>
              <a:xfrm>
                <a:off x="4191757" y="3791102"/>
                <a:ext cx="61050" cy="71778"/>
              </a:xfrm>
              <a:custGeom>
                <a:avLst/>
                <a:gdLst>
                  <a:gd name="connsiteX0" fmla="*/ 21452 w 61050"/>
                  <a:gd name="connsiteY0" fmla="*/ 50391 h 71778"/>
                  <a:gd name="connsiteX1" fmla="*/ 34285 w 61050"/>
                  <a:gd name="connsiteY1" fmla="*/ 53696 h 71778"/>
                  <a:gd name="connsiteX2" fmla="*/ 61050 w 61050"/>
                  <a:gd name="connsiteY2" fmla="*/ 26803 h 71778"/>
                  <a:gd name="connsiteX3" fmla="*/ 34285 w 61050"/>
                  <a:gd name="connsiteY3" fmla="*/ 0 h 71778"/>
                  <a:gd name="connsiteX4" fmla="*/ 7514 w 61050"/>
                  <a:gd name="connsiteY4" fmla="*/ 26900 h 71778"/>
                  <a:gd name="connsiteX5" fmla="*/ 10633 w 61050"/>
                  <a:gd name="connsiteY5" fmla="*/ 39470 h 71778"/>
                  <a:gd name="connsiteX6" fmla="*/ 0 w 61050"/>
                  <a:gd name="connsiteY6" fmla="*/ 50116 h 71778"/>
                  <a:gd name="connsiteX7" fmla="*/ 0 w 61050"/>
                  <a:gd name="connsiteY7" fmla="*/ 71779 h 71778"/>
                  <a:gd name="connsiteX8" fmla="*/ 21452 w 61050"/>
                  <a:gd name="connsiteY8" fmla="*/ 50391 h 71778"/>
                  <a:gd name="connsiteX9" fmla="*/ 34285 w 61050"/>
                  <a:gd name="connsiteY9" fmla="*/ 15330 h 71778"/>
                  <a:gd name="connsiteX10" fmla="*/ 45739 w 61050"/>
                  <a:gd name="connsiteY10" fmla="*/ 26803 h 71778"/>
                  <a:gd name="connsiteX11" fmla="*/ 34285 w 61050"/>
                  <a:gd name="connsiteY11" fmla="*/ 38276 h 71778"/>
                  <a:gd name="connsiteX12" fmla="*/ 22825 w 61050"/>
                  <a:gd name="connsiteY12" fmla="*/ 26803 h 71778"/>
                  <a:gd name="connsiteX13" fmla="*/ 34285 w 61050"/>
                  <a:gd name="connsiteY13" fmla="*/ 15330 h 71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1050" h="71778">
                    <a:moveTo>
                      <a:pt x="21452" y="50391"/>
                    </a:moveTo>
                    <a:cubicBezTo>
                      <a:pt x="25302" y="52503"/>
                      <a:pt x="29697" y="53696"/>
                      <a:pt x="34285" y="53696"/>
                    </a:cubicBezTo>
                    <a:cubicBezTo>
                      <a:pt x="49044" y="53696"/>
                      <a:pt x="61050" y="41671"/>
                      <a:pt x="61050" y="26803"/>
                    </a:cubicBezTo>
                    <a:cubicBezTo>
                      <a:pt x="61050" y="11935"/>
                      <a:pt x="49044" y="0"/>
                      <a:pt x="34285" y="0"/>
                    </a:cubicBezTo>
                    <a:cubicBezTo>
                      <a:pt x="19527" y="0"/>
                      <a:pt x="7514" y="12025"/>
                      <a:pt x="7514" y="26900"/>
                    </a:cubicBezTo>
                    <a:cubicBezTo>
                      <a:pt x="7514" y="31488"/>
                      <a:pt x="8708" y="35710"/>
                      <a:pt x="10633" y="39470"/>
                    </a:cubicBezTo>
                    <a:lnTo>
                      <a:pt x="0" y="50116"/>
                    </a:lnTo>
                    <a:lnTo>
                      <a:pt x="0" y="71779"/>
                    </a:lnTo>
                    <a:lnTo>
                      <a:pt x="21452" y="50391"/>
                    </a:lnTo>
                    <a:close/>
                    <a:moveTo>
                      <a:pt x="34285" y="15330"/>
                    </a:moveTo>
                    <a:cubicBezTo>
                      <a:pt x="40606" y="15330"/>
                      <a:pt x="45739" y="20470"/>
                      <a:pt x="45739" y="26803"/>
                    </a:cubicBezTo>
                    <a:cubicBezTo>
                      <a:pt x="45739" y="33137"/>
                      <a:pt x="40606" y="38276"/>
                      <a:pt x="34285" y="38276"/>
                    </a:cubicBezTo>
                    <a:cubicBezTo>
                      <a:pt x="27958" y="38276"/>
                      <a:pt x="22825" y="33137"/>
                      <a:pt x="22825" y="26803"/>
                    </a:cubicBezTo>
                    <a:cubicBezTo>
                      <a:pt x="22825" y="20470"/>
                      <a:pt x="27958" y="15330"/>
                      <a:pt x="34285" y="15330"/>
                    </a:cubicBezTo>
                    <a:close/>
                  </a:path>
                </a:pathLst>
              </a:custGeom>
              <a:solidFill>
                <a:srgbClr val="2C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72" name="Freeform: Shape 650"/>
              <p:cNvSpPr/>
              <p:nvPr/>
            </p:nvSpPr>
            <p:spPr>
              <a:xfrm>
                <a:off x="4191847" y="4057009"/>
                <a:ext cx="61049" cy="71778"/>
              </a:xfrm>
              <a:custGeom>
                <a:avLst/>
                <a:gdLst>
                  <a:gd name="connsiteX0" fmla="*/ 34195 w 61049"/>
                  <a:gd name="connsiteY0" fmla="*/ 18083 h 71778"/>
                  <a:gd name="connsiteX1" fmla="*/ 21362 w 61049"/>
                  <a:gd name="connsiteY1" fmla="*/ 21387 h 71778"/>
                  <a:gd name="connsiteX2" fmla="*/ 0 w 61049"/>
                  <a:gd name="connsiteY2" fmla="*/ 0 h 71778"/>
                  <a:gd name="connsiteX3" fmla="*/ 0 w 61049"/>
                  <a:gd name="connsiteY3" fmla="*/ 21663 h 71778"/>
                  <a:gd name="connsiteX4" fmla="*/ 10633 w 61049"/>
                  <a:gd name="connsiteY4" fmla="*/ 32309 h 71778"/>
                  <a:gd name="connsiteX5" fmla="*/ 7521 w 61049"/>
                  <a:gd name="connsiteY5" fmla="*/ 44886 h 71778"/>
                  <a:gd name="connsiteX6" fmla="*/ 34285 w 61049"/>
                  <a:gd name="connsiteY6" fmla="*/ 71779 h 71778"/>
                  <a:gd name="connsiteX7" fmla="*/ 61050 w 61049"/>
                  <a:gd name="connsiteY7" fmla="*/ 44886 h 71778"/>
                  <a:gd name="connsiteX8" fmla="*/ 34195 w 61049"/>
                  <a:gd name="connsiteY8" fmla="*/ 18083 h 71778"/>
                  <a:gd name="connsiteX9" fmla="*/ 34195 w 61049"/>
                  <a:gd name="connsiteY9" fmla="*/ 56449 h 71778"/>
                  <a:gd name="connsiteX10" fmla="*/ 22735 w 61049"/>
                  <a:gd name="connsiteY10" fmla="*/ 44976 h 71778"/>
                  <a:gd name="connsiteX11" fmla="*/ 34195 w 61049"/>
                  <a:gd name="connsiteY11" fmla="*/ 33502 h 71778"/>
                  <a:gd name="connsiteX12" fmla="*/ 45649 w 61049"/>
                  <a:gd name="connsiteY12" fmla="*/ 44976 h 71778"/>
                  <a:gd name="connsiteX13" fmla="*/ 34195 w 61049"/>
                  <a:gd name="connsiteY13" fmla="*/ 56449 h 71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1049" h="71778">
                    <a:moveTo>
                      <a:pt x="34195" y="18083"/>
                    </a:moveTo>
                    <a:cubicBezTo>
                      <a:pt x="29517" y="18083"/>
                      <a:pt x="25116" y="19276"/>
                      <a:pt x="21362" y="21387"/>
                    </a:cubicBezTo>
                    <a:lnTo>
                      <a:pt x="0" y="0"/>
                    </a:lnTo>
                    <a:lnTo>
                      <a:pt x="0" y="21663"/>
                    </a:lnTo>
                    <a:lnTo>
                      <a:pt x="10633" y="32309"/>
                    </a:lnTo>
                    <a:cubicBezTo>
                      <a:pt x="8618" y="36076"/>
                      <a:pt x="7521" y="40388"/>
                      <a:pt x="7521" y="44886"/>
                    </a:cubicBezTo>
                    <a:cubicBezTo>
                      <a:pt x="7521" y="59664"/>
                      <a:pt x="19526" y="71779"/>
                      <a:pt x="34285" y="71779"/>
                    </a:cubicBezTo>
                    <a:cubicBezTo>
                      <a:pt x="49044" y="71779"/>
                      <a:pt x="61050" y="59754"/>
                      <a:pt x="61050" y="44886"/>
                    </a:cubicBezTo>
                    <a:cubicBezTo>
                      <a:pt x="61050" y="30018"/>
                      <a:pt x="48954" y="18083"/>
                      <a:pt x="34195" y="18083"/>
                    </a:cubicBezTo>
                    <a:close/>
                    <a:moveTo>
                      <a:pt x="34195" y="56449"/>
                    </a:moveTo>
                    <a:cubicBezTo>
                      <a:pt x="27868" y="56449"/>
                      <a:pt x="22735" y="51309"/>
                      <a:pt x="22735" y="44976"/>
                    </a:cubicBezTo>
                    <a:cubicBezTo>
                      <a:pt x="22735" y="38642"/>
                      <a:pt x="27868" y="33502"/>
                      <a:pt x="34195" y="33502"/>
                    </a:cubicBezTo>
                    <a:cubicBezTo>
                      <a:pt x="40516" y="33502"/>
                      <a:pt x="45649" y="38642"/>
                      <a:pt x="45649" y="44976"/>
                    </a:cubicBezTo>
                    <a:cubicBezTo>
                      <a:pt x="45649" y="51309"/>
                      <a:pt x="40516" y="56449"/>
                      <a:pt x="34195" y="56449"/>
                    </a:cubicBezTo>
                    <a:close/>
                  </a:path>
                </a:pathLst>
              </a:custGeom>
              <a:solidFill>
                <a:srgbClr val="2C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73" name="Freeform: Shape 651"/>
              <p:cNvSpPr/>
              <p:nvPr/>
            </p:nvSpPr>
            <p:spPr>
              <a:xfrm>
                <a:off x="4006862" y="3791166"/>
                <a:ext cx="173524" cy="337718"/>
              </a:xfrm>
              <a:custGeom>
                <a:avLst/>
                <a:gdLst>
                  <a:gd name="connsiteX0" fmla="*/ 173434 w 173524"/>
                  <a:gd name="connsiteY0" fmla="*/ 251438 h 337718"/>
                  <a:gd name="connsiteX1" fmla="*/ 173434 w 173524"/>
                  <a:gd name="connsiteY1" fmla="*/ 24173 h 337718"/>
                  <a:gd name="connsiteX2" fmla="*/ 150334 w 173524"/>
                  <a:gd name="connsiteY2" fmla="*/ 33 h 337718"/>
                  <a:gd name="connsiteX3" fmla="*/ 122741 w 173524"/>
                  <a:gd name="connsiteY3" fmla="*/ 4621 h 337718"/>
                  <a:gd name="connsiteX4" fmla="*/ 84151 w 173524"/>
                  <a:gd name="connsiteY4" fmla="*/ 36654 h 337718"/>
                  <a:gd name="connsiteX5" fmla="*/ 19251 w 173524"/>
                  <a:gd name="connsiteY5" fmla="*/ 110909 h 337718"/>
                  <a:gd name="connsiteX6" fmla="*/ 19706 w 173524"/>
                  <a:gd name="connsiteY6" fmla="*/ 118346 h 337718"/>
                  <a:gd name="connsiteX7" fmla="*/ 0 w 173524"/>
                  <a:gd name="connsiteY7" fmla="*/ 168918 h 337718"/>
                  <a:gd name="connsiteX8" fmla="*/ 19616 w 173524"/>
                  <a:gd name="connsiteY8" fmla="*/ 219495 h 337718"/>
                  <a:gd name="connsiteX9" fmla="*/ 19251 w 173524"/>
                  <a:gd name="connsiteY9" fmla="*/ 226656 h 337718"/>
                  <a:gd name="connsiteX10" fmla="*/ 83785 w 173524"/>
                  <a:gd name="connsiteY10" fmla="*/ 300726 h 337718"/>
                  <a:gd name="connsiteX11" fmla="*/ 148043 w 173524"/>
                  <a:gd name="connsiteY11" fmla="*/ 337719 h 337718"/>
                  <a:gd name="connsiteX12" fmla="*/ 149968 w 173524"/>
                  <a:gd name="connsiteY12" fmla="*/ 337719 h 337718"/>
                  <a:gd name="connsiteX13" fmla="*/ 173524 w 173524"/>
                  <a:gd name="connsiteY13" fmla="*/ 313579 h 337718"/>
                  <a:gd name="connsiteX14" fmla="*/ 173434 w 173524"/>
                  <a:gd name="connsiteY14" fmla="*/ 251438 h 337718"/>
                  <a:gd name="connsiteX15" fmla="*/ 149878 w 173524"/>
                  <a:gd name="connsiteY15" fmla="*/ 15452 h 337718"/>
                  <a:gd name="connsiteX16" fmla="*/ 158220 w 173524"/>
                  <a:gd name="connsiteY16" fmla="*/ 24263 h 337718"/>
                  <a:gd name="connsiteX17" fmla="*/ 158220 w 173524"/>
                  <a:gd name="connsiteY17" fmla="*/ 89342 h 337718"/>
                  <a:gd name="connsiteX18" fmla="*/ 158220 w 173524"/>
                  <a:gd name="connsiteY18" fmla="*/ 117153 h 337718"/>
                  <a:gd name="connsiteX19" fmla="*/ 110183 w 173524"/>
                  <a:gd name="connsiteY19" fmla="*/ 117153 h 337718"/>
                  <a:gd name="connsiteX20" fmla="*/ 105416 w 173524"/>
                  <a:gd name="connsiteY20" fmla="*/ 112379 h 337718"/>
                  <a:gd name="connsiteX21" fmla="*/ 108534 w 173524"/>
                  <a:gd name="connsiteY21" fmla="*/ 99898 h 337718"/>
                  <a:gd name="connsiteX22" fmla="*/ 81763 w 173524"/>
                  <a:gd name="connsiteY22" fmla="*/ 73005 h 337718"/>
                  <a:gd name="connsiteX23" fmla="*/ 54999 w 173524"/>
                  <a:gd name="connsiteY23" fmla="*/ 99898 h 337718"/>
                  <a:gd name="connsiteX24" fmla="*/ 81763 w 173524"/>
                  <a:gd name="connsiteY24" fmla="*/ 126791 h 337718"/>
                  <a:gd name="connsiteX25" fmla="*/ 94783 w 173524"/>
                  <a:gd name="connsiteY25" fmla="*/ 123396 h 337718"/>
                  <a:gd name="connsiteX26" fmla="*/ 103953 w 173524"/>
                  <a:gd name="connsiteY26" fmla="*/ 132573 h 337718"/>
                  <a:gd name="connsiteX27" fmla="*/ 158310 w 173524"/>
                  <a:gd name="connsiteY27" fmla="*/ 132573 h 337718"/>
                  <a:gd name="connsiteX28" fmla="*/ 158310 w 173524"/>
                  <a:gd name="connsiteY28" fmla="*/ 161391 h 337718"/>
                  <a:gd name="connsiteX29" fmla="*/ 86441 w 173524"/>
                  <a:gd name="connsiteY29" fmla="*/ 161391 h 337718"/>
                  <a:gd name="connsiteX30" fmla="*/ 60774 w 173524"/>
                  <a:gd name="connsiteY30" fmla="*/ 142211 h 337718"/>
                  <a:gd name="connsiteX31" fmla="*/ 34009 w 173524"/>
                  <a:gd name="connsiteY31" fmla="*/ 169104 h 337718"/>
                  <a:gd name="connsiteX32" fmla="*/ 60774 w 173524"/>
                  <a:gd name="connsiteY32" fmla="*/ 195997 h 337718"/>
                  <a:gd name="connsiteX33" fmla="*/ 86441 w 173524"/>
                  <a:gd name="connsiteY33" fmla="*/ 176817 h 337718"/>
                  <a:gd name="connsiteX34" fmla="*/ 158310 w 173524"/>
                  <a:gd name="connsiteY34" fmla="*/ 176817 h 337718"/>
                  <a:gd name="connsiteX35" fmla="*/ 158310 w 173524"/>
                  <a:gd name="connsiteY35" fmla="*/ 205635 h 337718"/>
                  <a:gd name="connsiteX36" fmla="*/ 103953 w 173524"/>
                  <a:gd name="connsiteY36" fmla="*/ 205635 h 337718"/>
                  <a:gd name="connsiteX37" fmla="*/ 95977 w 173524"/>
                  <a:gd name="connsiteY37" fmla="*/ 213617 h 337718"/>
                  <a:gd name="connsiteX38" fmla="*/ 81763 w 173524"/>
                  <a:gd name="connsiteY38" fmla="*/ 209491 h 337718"/>
                  <a:gd name="connsiteX39" fmla="*/ 54999 w 173524"/>
                  <a:gd name="connsiteY39" fmla="*/ 236384 h 337718"/>
                  <a:gd name="connsiteX40" fmla="*/ 81763 w 173524"/>
                  <a:gd name="connsiteY40" fmla="*/ 263277 h 337718"/>
                  <a:gd name="connsiteX41" fmla="*/ 108534 w 173524"/>
                  <a:gd name="connsiteY41" fmla="*/ 236384 h 337718"/>
                  <a:gd name="connsiteX42" fmla="*/ 106057 w 173524"/>
                  <a:gd name="connsiteY42" fmla="*/ 225187 h 337718"/>
                  <a:gd name="connsiteX43" fmla="*/ 110183 w 173524"/>
                  <a:gd name="connsiteY43" fmla="*/ 221054 h 337718"/>
                  <a:gd name="connsiteX44" fmla="*/ 158220 w 173524"/>
                  <a:gd name="connsiteY44" fmla="*/ 221054 h 337718"/>
                  <a:gd name="connsiteX45" fmla="*/ 158220 w 173524"/>
                  <a:gd name="connsiteY45" fmla="*/ 313855 h 337718"/>
                  <a:gd name="connsiteX46" fmla="*/ 149512 w 173524"/>
                  <a:gd name="connsiteY46" fmla="*/ 322665 h 337718"/>
                  <a:gd name="connsiteX47" fmla="*/ 147953 w 173524"/>
                  <a:gd name="connsiteY47" fmla="*/ 322665 h 337718"/>
                  <a:gd name="connsiteX48" fmla="*/ 95239 w 173524"/>
                  <a:gd name="connsiteY48" fmla="*/ 290356 h 337718"/>
                  <a:gd name="connsiteX49" fmla="*/ 93314 w 173524"/>
                  <a:gd name="connsiteY49" fmla="*/ 286589 h 337718"/>
                  <a:gd name="connsiteX50" fmla="*/ 89098 w 173524"/>
                  <a:gd name="connsiteY50" fmla="*/ 286224 h 337718"/>
                  <a:gd name="connsiteX51" fmla="*/ 34555 w 173524"/>
                  <a:gd name="connsiteY51" fmla="*/ 226932 h 337718"/>
                  <a:gd name="connsiteX52" fmla="*/ 35293 w 173524"/>
                  <a:gd name="connsiteY52" fmla="*/ 218115 h 337718"/>
                  <a:gd name="connsiteX53" fmla="*/ 35838 w 173524"/>
                  <a:gd name="connsiteY53" fmla="*/ 214265 h 337718"/>
                  <a:gd name="connsiteX54" fmla="*/ 33092 w 173524"/>
                  <a:gd name="connsiteY54" fmla="*/ 211506 h 337718"/>
                  <a:gd name="connsiteX55" fmla="*/ 15304 w 173524"/>
                  <a:gd name="connsiteY55" fmla="*/ 169104 h 337718"/>
                  <a:gd name="connsiteX56" fmla="*/ 33092 w 173524"/>
                  <a:gd name="connsiteY56" fmla="*/ 126695 h 337718"/>
                  <a:gd name="connsiteX57" fmla="*/ 35838 w 173524"/>
                  <a:gd name="connsiteY57" fmla="*/ 123942 h 337718"/>
                  <a:gd name="connsiteX58" fmla="*/ 35293 w 173524"/>
                  <a:gd name="connsiteY58" fmla="*/ 120092 h 337718"/>
                  <a:gd name="connsiteX59" fmla="*/ 34555 w 173524"/>
                  <a:gd name="connsiteY59" fmla="*/ 111185 h 337718"/>
                  <a:gd name="connsiteX60" fmla="*/ 89374 w 173524"/>
                  <a:gd name="connsiteY60" fmla="*/ 51894 h 337718"/>
                  <a:gd name="connsiteX61" fmla="*/ 93589 w 173524"/>
                  <a:gd name="connsiteY61" fmla="*/ 51618 h 337718"/>
                  <a:gd name="connsiteX62" fmla="*/ 95611 w 173524"/>
                  <a:gd name="connsiteY62" fmla="*/ 47851 h 337718"/>
                  <a:gd name="connsiteX63" fmla="*/ 128061 w 173524"/>
                  <a:gd name="connsiteY63" fmla="*/ 19309 h 337718"/>
                  <a:gd name="connsiteX64" fmla="*/ 149878 w 173524"/>
                  <a:gd name="connsiteY64" fmla="*/ 15452 h 337718"/>
                  <a:gd name="connsiteX65" fmla="*/ 81673 w 173524"/>
                  <a:gd name="connsiteY65" fmla="*/ 111371 h 337718"/>
                  <a:gd name="connsiteX66" fmla="*/ 70213 w 173524"/>
                  <a:gd name="connsiteY66" fmla="*/ 99898 h 337718"/>
                  <a:gd name="connsiteX67" fmla="*/ 81673 w 173524"/>
                  <a:gd name="connsiteY67" fmla="*/ 88425 h 337718"/>
                  <a:gd name="connsiteX68" fmla="*/ 93134 w 173524"/>
                  <a:gd name="connsiteY68" fmla="*/ 99898 h 337718"/>
                  <a:gd name="connsiteX69" fmla="*/ 81673 w 173524"/>
                  <a:gd name="connsiteY69" fmla="*/ 111371 h 337718"/>
                  <a:gd name="connsiteX70" fmla="*/ 72048 w 173524"/>
                  <a:gd name="connsiteY70" fmla="*/ 168918 h 337718"/>
                  <a:gd name="connsiteX71" fmla="*/ 60588 w 173524"/>
                  <a:gd name="connsiteY71" fmla="*/ 180391 h 337718"/>
                  <a:gd name="connsiteX72" fmla="*/ 49134 w 173524"/>
                  <a:gd name="connsiteY72" fmla="*/ 168918 h 337718"/>
                  <a:gd name="connsiteX73" fmla="*/ 60588 w 173524"/>
                  <a:gd name="connsiteY73" fmla="*/ 157444 h 337718"/>
                  <a:gd name="connsiteX74" fmla="*/ 72048 w 173524"/>
                  <a:gd name="connsiteY74" fmla="*/ 168918 h 337718"/>
                  <a:gd name="connsiteX75" fmla="*/ 93134 w 173524"/>
                  <a:gd name="connsiteY75" fmla="*/ 236018 h 337718"/>
                  <a:gd name="connsiteX76" fmla="*/ 81673 w 173524"/>
                  <a:gd name="connsiteY76" fmla="*/ 247492 h 337718"/>
                  <a:gd name="connsiteX77" fmla="*/ 70213 w 173524"/>
                  <a:gd name="connsiteY77" fmla="*/ 236018 h 337718"/>
                  <a:gd name="connsiteX78" fmla="*/ 81673 w 173524"/>
                  <a:gd name="connsiteY78" fmla="*/ 224545 h 337718"/>
                  <a:gd name="connsiteX79" fmla="*/ 93134 w 173524"/>
                  <a:gd name="connsiteY79" fmla="*/ 236018 h 337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73524" h="337718">
                    <a:moveTo>
                      <a:pt x="173434" y="251438"/>
                    </a:moveTo>
                    <a:lnTo>
                      <a:pt x="173434" y="24173"/>
                    </a:lnTo>
                    <a:cubicBezTo>
                      <a:pt x="173434" y="11044"/>
                      <a:pt x="163257" y="488"/>
                      <a:pt x="150334" y="33"/>
                    </a:cubicBezTo>
                    <a:cubicBezTo>
                      <a:pt x="140984" y="-243"/>
                      <a:pt x="131725" y="1226"/>
                      <a:pt x="122741" y="4621"/>
                    </a:cubicBezTo>
                    <a:cubicBezTo>
                      <a:pt x="106610" y="10588"/>
                      <a:pt x="93044" y="21965"/>
                      <a:pt x="84151" y="36654"/>
                    </a:cubicBezTo>
                    <a:cubicBezTo>
                      <a:pt x="47388" y="41614"/>
                      <a:pt x="19251" y="73371"/>
                      <a:pt x="19251" y="110909"/>
                    </a:cubicBezTo>
                    <a:cubicBezTo>
                      <a:pt x="19251" y="113296"/>
                      <a:pt x="19340" y="115683"/>
                      <a:pt x="19706" y="118346"/>
                    </a:cubicBezTo>
                    <a:cubicBezTo>
                      <a:pt x="6962" y="132111"/>
                      <a:pt x="0" y="150013"/>
                      <a:pt x="0" y="168918"/>
                    </a:cubicBezTo>
                    <a:cubicBezTo>
                      <a:pt x="0" y="187828"/>
                      <a:pt x="6962" y="205635"/>
                      <a:pt x="19616" y="219495"/>
                    </a:cubicBezTo>
                    <a:cubicBezTo>
                      <a:pt x="19340" y="221972"/>
                      <a:pt x="19251" y="224359"/>
                      <a:pt x="19251" y="226656"/>
                    </a:cubicBezTo>
                    <a:cubicBezTo>
                      <a:pt x="19251" y="264009"/>
                      <a:pt x="47298" y="295772"/>
                      <a:pt x="83785" y="300726"/>
                    </a:cubicBezTo>
                    <a:cubicBezTo>
                      <a:pt x="97164" y="323583"/>
                      <a:pt x="121458" y="337719"/>
                      <a:pt x="148043" y="337719"/>
                    </a:cubicBezTo>
                    <a:cubicBezTo>
                      <a:pt x="148684" y="337719"/>
                      <a:pt x="149326" y="337719"/>
                      <a:pt x="149968" y="337719"/>
                    </a:cubicBezTo>
                    <a:cubicBezTo>
                      <a:pt x="162988" y="337347"/>
                      <a:pt x="173524" y="326522"/>
                      <a:pt x="173524" y="313579"/>
                    </a:cubicBezTo>
                    <a:lnTo>
                      <a:pt x="173434" y="251438"/>
                    </a:lnTo>
                    <a:close/>
                    <a:moveTo>
                      <a:pt x="149878" y="15452"/>
                    </a:moveTo>
                    <a:cubicBezTo>
                      <a:pt x="154460" y="15632"/>
                      <a:pt x="158220" y="19585"/>
                      <a:pt x="158220" y="24263"/>
                    </a:cubicBezTo>
                    <a:lnTo>
                      <a:pt x="158220" y="89342"/>
                    </a:lnTo>
                    <a:lnTo>
                      <a:pt x="158220" y="117153"/>
                    </a:lnTo>
                    <a:lnTo>
                      <a:pt x="110183" y="117153"/>
                    </a:lnTo>
                    <a:lnTo>
                      <a:pt x="105416" y="112379"/>
                    </a:lnTo>
                    <a:cubicBezTo>
                      <a:pt x="107341" y="108618"/>
                      <a:pt x="108534" y="104396"/>
                      <a:pt x="108534" y="99898"/>
                    </a:cubicBezTo>
                    <a:cubicBezTo>
                      <a:pt x="108534" y="85120"/>
                      <a:pt x="96522" y="73005"/>
                      <a:pt x="81763" y="73005"/>
                    </a:cubicBezTo>
                    <a:cubicBezTo>
                      <a:pt x="67004" y="73005"/>
                      <a:pt x="54999" y="85024"/>
                      <a:pt x="54999" y="99898"/>
                    </a:cubicBezTo>
                    <a:cubicBezTo>
                      <a:pt x="54999" y="114766"/>
                      <a:pt x="67004" y="126791"/>
                      <a:pt x="81763" y="126791"/>
                    </a:cubicBezTo>
                    <a:cubicBezTo>
                      <a:pt x="86441" y="126791"/>
                      <a:pt x="90933" y="125507"/>
                      <a:pt x="94783" y="123396"/>
                    </a:cubicBezTo>
                    <a:lnTo>
                      <a:pt x="103953" y="132573"/>
                    </a:lnTo>
                    <a:lnTo>
                      <a:pt x="158310" y="132573"/>
                    </a:lnTo>
                    <a:lnTo>
                      <a:pt x="158310" y="161391"/>
                    </a:lnTo>
                    <a:lnTo>
                      <a:pt x="86441" y="161391"/>
                    </a:lnTo>
                    <a:cubicBezTo>
                      <a:pt x="83143" y="150289"/>
                      <a:pt x="72876" y="142211"/>
                      <a:pt x="60774" y="142211"/>
                    </a:cubicBezTo>
                    <a:cubicBezTo>
                      <a:pt x="46015" y="142211"/>
                      <a:pt x="34009" y="154236"/>
                      <a:pt x="34009" y="169104"/>
                    </a:cubicBezTo>
                    <a:cubicBezTo>
                      <a:pt x="34009" y="183882"/>
                      <a:pt x="46015" y="195997"/>
                      <a:pt x="60774" y="195997"/>
                    </a:cubicBezTo>
                    <a:cubicBezTo>
                      <a:pt x="72876" y="195997"/>
                      <a:pt x="83143" y="187918"/>
                      <a:pt x="86441" y="176817"/>
                    </a:cubicBezTo>
                    <a:lnTo>
                      <a:pt x="158310" y="176817"/>
                    </a:lnTo>
                    <a:lnTo>
                      <a:pt x="158310" y="205635"/>
                    </a:lnTo>
                    <a:lnTo>
                      <a:pt x="103953" y="205635"/>
                    </a:lnTo>
                    <a:lnTo>
                      <a:pt x="95977" y="213617"/>
                    </a:lnTo>
                    <a:cubicBezTo>
                      <a:pt x="91850" y="211050"/>
                      <a:pt x="86993" y="209491"/>
                      <a:pt x="81763" y="209491"/>
                    </a:cubicBezTo>
                    <a:cubicBezTo>
                      <a:pt x="67004" y="209491"/>
                      <a:pt x="54999" y="221516"/>
                      <a:pt x="54999" y="236384"/>
                    </a:cubicBezTo>
                    <a:cubicBezTo>
                      <a:pt x="54999" y="251162"/>
                      <a:pt x="67004" y="263277"/>
                      <a:pt x="81763" y="263277"/>
                    </a:cubicBezTo>
                    <a:cubicBezTo>
                      <a:pt x="96522" y="263277"/>
                      <a:pt x="108534" y="251252"/>
                      <a:pt x="108534" y="236384"/>
                    </a:cubicBezTo>
                    <a:cubicBezTo>
                      <a:pt x="108534" y="232348"/>
                      <a:pt x="107617" y="228581"/>
                      <a:pt x="106057" y="225187"/>
                    </a:cubicBezTo>
                    <a:lnTo>
                      <a:pt x="110183" y="221054"/>
                    </a:lnTo>
                    <a:lnTo>
                      <a:pt x="158220" y="221054"/>
                    </a:lnTo>
                    <a:lnTo>
                      <a:pt x="158220" y="313855"/>
                    </a:lnTo>
                    <a:cubicBezTo>
                      <a:pt x="158220" y="318622"/>
                      <a:pt x="154370" y="322569"/>
                      <a:pt x="149512" y="322665"/>
                    </a:cubicBezTo>
                    <a:cubicBezTo>
                      <a:pt x="148961" y="322665"/>
                      <a:pt x="148498" y="322665"/>
                      <a:pt x="147953" y="322665"/>
                    </a:cubicBezTo>
                    <a:cubicBezTo>
                      <a:pt x="125674" y="322665"/>
                      <a:pt x="105505" y="310274"/>
                      <a:pt x="95239" y="290356"/>
                    </a:cubicBezTo>
                    <a:lnTo>
                      <a:pt x="93314" y="286589"/>
                    </a:lnTo>
                    <a:lnTo>
                      <a:pt x="89098" y="286224"/>
                    </a:lnTo>
                    <a:cubicBezTo>
                      <a:pt x="58483" y="283747"/>
                      <a:pt x="34555" y="257771"/>
                      <a:pt x="34555" y="226932"/>
                    </a:cubicBezTo>
                    <a:cubicBezTo>
                      <a:pt x="34555" y="224269"/>
                      <a:pt x="34830" y="221516"/>
                      <a:pt x="35293" y="218115"/>
                    </a:cubicBezTo>
                    <a:lnTo>
                      <a:pt x="35838" y="214265"/>
                    </a:lnTo>
                    <a:lnTo>
                      <a:pt x="33092" y="211506"/>
                    </a:lnTo>
                    <a:cubicBezTo>
                      <a:pt x="21631" y="200219"/>
                      <a:pt x="15304" y="185165"/>
                      <a:pt x="15304" y="169104"/>
                    </a:cubicBezTo>
                    <a:cubicBezTo>
                      <a:pt x="15304" y="153042"/>
                      <a:pt x="21631" y="137988"/>
                      <a:pt x="33092" y="126695"/>
                    </a:cubicBezTo>
                    <a:lnTo>
                      <a:pt x="35838" y="123942"/>
                    </a:lnTo>
                    <a:lnTo>
                      <a:pt x="35293" y="120092"/>
                    </a:lnTo>
                    <a:cubicBezTo>
                      <a:pt x="34741" y="116691"/>
                      <a:pt x="34555" y="113848"/>
                      <a:pt x="34555" y="111185"/>
                    </a:cubicBezTo>
                    <a:cubicBezTo>
                      <a:pt x="34555" y="80256"/>
                      <a:pt x="58663" y="54184"/>
                      <a:pt x="89374" y="51894"/>
                    </a:cubicBezTo>
                    <a:lnTo>
                      <a:pt x="93589" y="51618"/>
                    </a:lnTo>
                    <a:lnTo>
                      <a:pt x="95611" y="47851"/>
                    </a:lnTo>
                    <a:cubicBezTo>
                      <a:pt x="102669" y="34632"/>
                      <a:pt x="114220" y="24539"/>
                      <a:pt x="128061" y="19309"/>
                    </a:cubicBezTo>
                    <a:lnTo>
                      <a:pt x="149878" y="15452"/>
                    </a:lnTo>
                    <a:close/>
                    <a:moveTo>
                      <a:pt x="81673" y="111371"/>
                    </a:moveTo>
                    <a:cubicBezTo>
                      <a:pt x="75347" y="111371"/>
                      <a:pt x="70213" y="106231"/>
                      <a:pt x="70213" y="99898"/>
                    </a:cubicBezTo>
                    <a:cubicBezTo>
                      <a:pt x="70213" y="93564"/>
                      <a:pt x="75347" y="88425"/>
                      <a:pt x="81673" y="88425"/>
                    </a:cubicBezTo>
                    <a:cubicBezTo>
                      <a:pt x="88001" y="88425"/>
                      <a:pt x="93134" y="93564"/>
                      <a:pt x="93134" y="99898"/>
                    </a:cubicBezTo>
                    <a:cubicBezTo>
                      <a:pt x="93134" y="106135"/>
                      <a:pt x="88001" y="111371"/>
                      <a:pt x="81673" y="111371"/>
                    </a:cubicBezTo>
                    <a:close/>
                    <a:moveTo>
                      <a:pt x="72048" y="168918"/>
                    </a:moveTo>
                    <a:cubicBezTo>
                      <a:pt x="72048" y="175251"/>
                      <a:pt x="66915" y="180391"/>
                      <a:pt x="60588" y="180391"/>
                    </a:cubicBezTo>
                    <a:cubicBezTo>
                      <a:pt x="54267" y="180391"/>
                      <a:pt x="49134" y="175251"/>
                      <a:pt x="49134" y="168918"/>
                    </a:cubicBezTo>
                    <a:cubicBezTo>
                      <a:pt x="49134" y="162584"/>
                      <a:pt x="54267" y="157444"/>
                      <a:pt x="60588" y="157444"/>
                    </a:cubicBezTo>
                    <a:cubicBezTo>
                      <a:pt x="66915" y="157444"/>
                      <a:pt x="72048" y="162584"/>
                      <a:pt x="72048" y="168918"/>
                    </a:cubicBezTo>
                    <a:close/>
                    <a:moveTo>
                      <a:pt x="93134" y="236018"/>
                    </a:moveTo>
                    <a:cubicBezTo>
                      <a:pt x="93134" y="242352"/>
                      <a:pt x="88001" y="247492"/>
                      <a:pt x="81673" y="247492"/>
                    </a:cubicBezTo>
                    <a:cubicBezTo>
                      <a:pt x="75347" y="247492"/>
                      <a:pt x="70213" y="242352"/>
                      <a:pt x="70213" y="236018"/>
                    </a:cubicBezTo>
                    <a:cubicBezTo>
                      <a:pt x="70213" y="229685"/>
                      <a:pt x="75347" y="224545"/>
                      <a:pt x="81673" y="224545"/>
                    </a:cubicBezTo>
                    <a:cubicBezTo>
                      <a:pt x="88001" y="224545"/>
                      <a:pt x="93134" y="229685"/>
                      <a:pt x="93134" y="236018"/>
                    </a:cubicBezTo>
                    <a:close/>
                  </a:path>
                </a:pathLst>
              </a:custGeom>
              <a:solidFill>
                <a:srgbClr val="2C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74" name="Freeform: Shape 652"/>
              <p:cNvSpPr/>
              <p:nvPr/>
            </p:nvSpPr>
            <p:spPr>
              <a:xfrm>
                <a:off x="4191847" y="3841769"/>
                <a:ext cx="148318" cy="81782"/>
              </a:xfrm>
              <a:custGeom>
                <a:avLst/>
                <a:gdLst>
                  <a:gd name="connsiteX0" fmla="*/ 0 w 148318"/>
                  <a:gd name="connsiteY0" fmla="*/ 66459 h 81782"/>
                  <a:gd name="connsiteX1" fmla="*/ 0 w 148318"/>
                  <a:gd name="connsiteY1" fmla="*/ 81783 h 81782"/>
                  <a:gd name="connsiteX2" fmla="*/ 77554 w 148318"/>
                  <a:gd name="connsiteY2" fmla="*/ 81783 h 81782"/>
                  <a:gd name="connsiteX3" fmla="*/ 108721 w 148318"/>
                  <a:gd name="connsiteY3" fmla="*/ 50488 h 81782"/>
                  <a:gd name="connsiteX4" fmla="*/ 121554 w 148318"/>
                  <a:gd name="connsiteY4" fmla="*/ 53793 h 81782"/>
                  <a:gd name="connsiteX5" fmla="*/ 148319 w 148318"/>
                  <a:gd name="connsiteY5" fmla="*/ 26900 h 81782"/>
                  <a:gd name="connsiteX6" fmla="*/ 121554 w 148318"/>
                  <a:gd name="connsiteY6" fmla="*/ 0 h 81782"/>
                  <a:gd name="connsiteX7" fmla="*/ 94789 w 148318"/>
                  <a:gd name="connsiteY7" fmla="*/ 26900 h 81782"/>
                  <a:gd name="connsiteX8" fmla="*/ 97901 w 148318"/>
                  <a:gd name="connsiteY8" fmla="*/ 39470 h 81782"/>
                  <a:gd name="connsiteX9" fmla="*/ 71137 w 148318"/>
                  <a:gd name="connsiteY9" fmla="*/ 66273 h 81782"/>
                  <a:gd name="connsiteX10" fmla="*/ 0 w 148318"/>
                  <a:gd name="connsiteY10" fmla="*/ 66273 h 81782"/>
                  <a:gd name="connsiteX11" fmla="*/ 0 w 148318"/>
                  <a:gd name="connsiteY11" fmla="*/ 66459 h 81782"/>
                  <a:gd name="connsiteX12" fmla="*/ 121554 w 148318"/>
                  <a:gd name="connsiteY12" fmla="*/ 15516 h 81782"/>
                  <a:gd name="connsiteX13" fmla="*/ 133015 w 148318"/>
                  <a:gd name="connsiteY13" fmla="*/ 26989 h 81782"/>
                  <a:gd name="connsiteX14" fmla="*/ 121554 w 148318"/>
                  <a:gd name="connsiteY14" fmla="*/ 38463 h 81782"/>
                  <a:gd name="connsiteX15" fmla="*/ 110094 w 148318"/>
                  <a:gd name="connsiteY15" fmla="*/ 26989 h 81782"/>
                  <a:gd name="connsiteX16" fmla="*/ 121554 w 148318"/>
                  <a:gd name="connsiteY16" fmla="*/ 15516 h 81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8318" h="81782">
                    <a:moveTo>
                      <a:pt x="0" y="66459"/>
                    </a:moveTo>
                    <a:lnTo>
                      <a:pt x="0" y="81783"/>
                    </a:lnTo>
                    <a:lnTo>
                      <a:pt x="77554" y="81783"/>
                    </a:lnTo>
                    <a:lnTo>
                      <a:pt x="108721" y="50488"/>
                    </a:lnTo>
                    <a:cubicBezTo>
                      <a:pt x="112570" y="52599"/>
                      <a:pt x="116973" y="53793"/>
                      <a:pt x="121554" y="53793"/>
                    </a:cubicBezTo>
                    <a:cubicBezTo>
                      <a:pt x="136313" y="53793"/>
                      <a:pt x="148319" y="41767"/>
                      <a:pt x="148319" y="26900"/>
                    </a:cubicBezTo>
                    <a:cubicBezTo>
                      <a:pt x="148319" y="12025"/>
                      <a:pt x="136313" y="0"/>
                      <a:pt x="121554" y="0"/>
                    </a:cubicBezTo>
                    <a:cubicBezTo>
                      <a:pt x="106796" y="0"/>
                      <a:pt x="94789" y="12025"/>
                      <a:pt x="94789" y="26900"/>
                    </a:cubicBezTo>
                    <a:cubicBezTo>
                      <a:pt x="94789" y="31488"/>
                      <a:pt x="95977" y="35710"/>
                      <a:pt x="97901" y="39470"/>
                    </a:cubicBezTo>
                    <a:lnTo>
                      <a:pt x="71137" y="66273"/>
                    </a:lnTo>
                    <a:lnTo>
                      <a:pt x="0" y="66273"/>
                    </a:lnTo>
                    <a:lnTo>
                      <a:pt x="0" y="66459"/>
                    </a:lnTo>
                    <a:close/>
                    <a:moveTo>
                      <a:pt x="121554" y="15516"/>
                    </a:moveTo>
                    <a:cubicBezTo>
                      <a:pt x="127881" y="15516"/>
                      <a:pt x="133015" y="20656"/>
                      <a:pt x="133015" y="26989"/>
                    </a:cubicBezTo>
                    <a:cubicBezTo>
                      <a:pt x="133015" y="33323"/>
                      <a:pt x="127881" y="38463"/>
                      <a:pt x="121554" y="38463"/>
                    </a:cubicBezTo>
                    <a:cubicBezTo>
                      <a:pt x="115227" y="38463"/>
                      <a:pt x="110094" y="33323"/>
                      <a:pt x="110094" y="26989"/>
                    </a:cubicBezTo>
                    <a:cubicBezTo>
                      <a:pt x="110094" y="20656"/>
                      <a:pt x="115227" y="15516"/>
                      <a:pt x="121554" y="15516"/>
                    </a:cubicBezTo>
                    <a:close/>
                  </a:path>
                </a:pathLst>
              </a:custGeom>
              <a:solidFill>
                <a:srgbClr val="2C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75" name="Freeform: Shape 653"/>
              <p:cNvSpPr/>
              <p:nvPr/>
            </p:nvSpPr>
            <p:spPr>
              <a:xfrm>
                <a:off x="4191847" y="3996434"/>
                <a:ext cx="149146" cy="80679"/>
              </a:xfrm>
              <a:custGeom>
                <a:avLst/>
                <a:gdLst>
                  <a:gd name="connsiteX0" fmla="*/ 122382 w 149146"/>
                  <a:gd name="connsiteY0" fmla="*/ 26893 h 80679"/>
                  <a:gd name="connsiteX1" fmla="*/ 108355 w 149146"/>
                  <a:gd name="connsiteY1" fmla="*/ 30929 h 80679"/>
                  <a:gd name="connsiteX2" fmla="*/ 77554 w 149146"/>
                  <a:gd name="connsiteY2" fmla="*/ 0 h 80679"/>
                  <a:gd name="connsiteX3" fmla="*/ 0 w 149146"/>
                  <a:gd name="connsiteY3" fmla="*/ 0 h 80679"/>
                  <a:gd name="connsiteX4" fmla="*/ 0 w 149146"/>
                  <a:gd name="connsiteY4" fmla="*/ 15323 h 80679"/>
                  <a:gd name="connsiteX5" fmla="*/ 71227 w 149146"/>
                  <a:gd name="connsiteY5" fmla="*/ 15323 h 80679"/>
                  <a:gd name="connsiteX6" fmla="*/ 98178 w 149146"/>
                  <a:gd name="connsiteY6" fmla="*/ 42499 h 80679"/>
                  <a:gd name="connsiteX7" fmla="*/ 95611 w 149146"/>
                  <a:gd name="connsiteY7" fmla="*/ 53786 h 80679"/>
                  <a:gd name="connsiteX8" fmla="*/ 122382 w 149146"/>
                  <a:gd name="connsiteY8" fmla="*/ 80679 h 80679"/>
                  <a:gd name="connsiteX9" fmla="*/ 149147 w 149146"/>
                  <a:gd name="connsiteY9" fmla="*/ 53786 h 80679"/>
                  <a:gd name="connsiteX10" fmla="*/ 122382 w 149146"/>
                  <a:gd name="connsiteY10" fmla="*/ 26893 h 80679"/>
                  <a:gd name="connsiteX11" fmla="*/ 122382 w 149146"/>
                  <a:gd name="connsiteY11" fmla="*/ 65259 h 80679"/>
                  <a:gd name="connsiteX12" fmla="*/ 110922 w 149146"/>
                  <a:gd name="connsiteY12" fmla="*/ 53786 h 80679"/>
                  <a:gd name="connsiteX13" fmla="*/ 122382 w 149146"/>
                  <a:gd name="connsiteY13" fmla="*/ 42313 h 80679"/>
                  <a:gd name="connsiteX14" fmla="*/ 133836 w 149146"/>
                  <a:gd name="connsiteY14" fmla="*/ 53786 h 80679"/>
                  <a:gd name="connsiteX15" fmla="*/ 122382 w 149146"/>
                  <a:gd name="connsiteY15" fmla="*/ 65259 h 80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9146" h="80679">
                    <a:moveTo>
                      <a:pt x="122382" y="26893"/>
                    </a:moveTo>
                    <a:cubicBezTo>
                      <a:pt x="117248" y="26893"/>
                      <a:pt x="112384" y="28363"/>
                      <a:pt x="108355" y="30929"/>
                    </a:cubicBezTo>
                    <a:lnTo>
                      <a:pt x="77554" y="0"/>
                    </a:lnTo>
                    <a:lnTo>
                      <a:pt x="0" y="0"/>
                    </a:lnTo>
                    <a:lnTo>
                      <a:pt x="0" y="15323"/>
                    </a:lnTo>
                    <a:lnTo>
                      <a:pt x="71227" y="15323"/>
                    </a:lnTo>
                    <a:lnTo>
                      <a:pt x="98178" y="42499"/>
                    </a:lnTo>
                    <a:cubicBezTo>
                      <a:pt x="96528" y="45983"/>
                      <a:pt x="95611" y="49750"/>
                      <a:pt x="95611" y="53786"/>
                    </a:cubicBezTo>
                    <a:cubicBezTo>
                      <a:pt x="95611" y="68564"/>
                      <a:pt x="107623" y="80679"/>
                      <a:pt x="122382" y="80679"/>
                    </a:cubicBezTo>
                    <a:cubicBezTo>
                      <a:pt x="137141" y="80679"/>
                      <a:pt x="149147" y="68654"/>
                      <a:pt x="149147" y="53786"/>
                    </a:cubicBezTo>
                    <a:cubicBezTo>
                      <a:pt x="149147" y="39008"/>
                      <a:pt x="137141" y="26893"/>
                      <a:pt x="122382" y="26893"/>
                    </a:cubicBezTo>
                    <a:close/>
                    <a:moveTo>
                      <a:pt x="122382" y="65259"/>
                    </a:moveTo>
                    <a:cubicBezTo>
                      <a:pt x="116055" y="65259"/>
                      <a:pt x="110922" y="60120"/>
                      <a:pt x="110922" y="53786"/>
                    </a:cubicBezTo>
                    <a:cubicBezTo>
                      <a:pt x="110922" y="47453"/>
                      <a:pt x="116055" y="42313"/>
                      <a:pt x="122382" y="42313"/>
                    </a:cubicBezTo>
                    <a:cubicBezTo>
                      <a:pt x="128703" y="42313"/>
                      <a:pt x="133836" y="47453"/>
                      <a:pt x="133836" y="53786"/>
                    </a:cubicBezTo>
                    <a:cubicBezTo>
                      <a:pt x="133836" y="60120"/>
                      <a:pt x="128703" y="65259"/>
                      <a:pt x="122382" y="65259"/>
                    </a:cubicBezTo>
                    <a:close/>
                  </a:path>
                </a:pathLst>
              </a:custGeom>
              <a:solidFill>
                <a:srgbClr val="2C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  <p:sp>
            <p:nvSpPr>
              <p:cNvPr id="76" name="Freeform: Shape 654"/>
              <p:cNvSpPr/>
              <p:nvPr/>
            </p:nvSpPr>
            <p:spPr>
              <a:xfrm>
                <a:off x="4191847" y="3933190"/>
                <a:ext cx="181686" cy="53696"/>
              </a:xfrm>
              <a:custGeom>
                <a:avLst/>
                <a:gdLst>
                  <a:gd name="connsiteX0" fmla="*/ 154922 w 181686"/>
                  <a:gd name="connsiteY0" fmla="*/ 0 h 53696"/>
                  <a:gd name="connsiteX1" fmla="*/ 129254 w 181686"/>
                  <a:gd name="connsiteY1" fmla="*/ 19186 h 53696"/>
                  <a:gd name="connsiteX2" fmla="*/ 0 w 181686"/>
                  <a:gd name="connsiteY2" fmla="*/ 19186 h 53696"/>
                  <a:gd name="connsiteX3" fmla="*/ 0 w 181686"/>
                  <a:gd name="connsiteY3" fmla="*/ 34516 h 53696"/>
                  <a:gd name="connsiteX4" fmla="*/ 129254 w 181686"/>
                  <a:gd name="connsiteY4" fmla="*/ 34516 h 53696"/>
                  <a:gd name="connsiteX5" fmla="*/ 154922 w 181686"/>
                  <a:gd name="connsiteY5" fmla="*/ 53696 h 53696"/>
                  <a:gd name="connsiteX6" fmla="*/ 181686 w 181686"/>
                  <a:gd name="connsiteY6" fmla="*/ 26803 h 53696"/>
                  <a:gd name="connsiteX7" fmla="*/ 154922 w 181686"/>
                  <a:gd name="connsiteY7" fmla="*/ 0 h 53696"/>
                  <a:gd name="connsiteX8" fmla="*/ 154922 w 181686"/>
                  <a:gd name="connsiteY8" fmla="*/ 38366 h 53696"/>
                  <a:gd name="connsiteX9" fmla="*/ 143461 w 181686"/>
                  <a:gd name="connsiteY9" fmla="*/ 26893 h 53696"/>
                  <a:gd name="connsiteX10" fmla="*/ 154922 w 181686"/>
                  <a:gd name="connsiteY10" fmla="*/ 15420 h 53696"/>
                  <a:gd name="connsiteX11" fmla="*/ 166382 w 181686"/>
                  <a:gd name="connsiteY11" fmla="*/ 26893 h 53696"/>
                  <a:gd name="connsiteX12" fmla="*/ 154922 w 181686"/>
                  <a:gd name="connsiteY12" fmla="*/ 38366 h 53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686" h="53696">
                    <a:moveTo>
                      <a:pt x="154922" y="0"/>
                    </a:moveTo>
                    <a:cubicBezTo>
                      <a:pt x="142819" y="0"/>
                      <a:pt x="132553" y="8079"/>
                      <a:pt x="129254" y="19186"/>
                    </a:cubicBezTo>
                    <a:lnTo>
                      <a:pt x="0" y="19186"/>
                    </a:lnTo>
                    <a:lnTo>
                      <a:pt x="0" y="34516"/>
                    </a:lnTo>
                    <a:lnTo>
                      <a:pt x="129254" y="34516"/>
                    </a:lnTo>
                    <a:cubicBezTo>
                      <a:pt x="132553" y="45617"/>
                      <a:pt x="142819" y="53696"/>
                      <a:pt x="154922" y="53696"/>
                    </a:cubicBezTo>
                    <a:cubicBezTo>
                      <a:pt x="169681" y="53696"/>
                      <a:pt x="181686" y="41671"/>
                      <a:pt x="181686" y="26803"/>
                    </a:cubicBezTo>
                    <a:cubicBezTo>
                      <a:pt x="181686" y="12025"/>
                      <a:pt x="169681" y="0"/>
                      <a:pt x="154922" y="0"/>
                    </a:cubicBezTo>
                    <a:close/>
                    <a:moveTo>
                      <a:pt x="154922" y="38366"/>
                    </a:moveTo>
                    <a:cubicBezTo>
                      <a:pt x="148595" y="38366"/>
                      <a:pt x="143461" y="33226"/>
                      <a:pt x="143461" y="26893"/>
                    </a:cubicBezTo>
                    <a:cubicBezTo>
                      <a:pt x="143461" y="20560"/>
                      <a:pt x="148595" y="15420"/>
                      <a:pt x="154922" y="15420"/>
                    </a:cubicBezTo>
                    <a:cubicBezTo>
                      <a:pt x="161249" y="15420"/>
                      <a:pt x="166382" y="20560"/>
                      <a:pt x="166382" y="26893"/>
                    </a:cubicBezTo>
                    <a:cubicBezTo>
                      <a:pt x="166382" y="33226"/>
                      <a:pt x="161249" y="38366"/>
                      <a:pt x="154922" y="38366"/>
                    </a:cubicBezTo>
                    <a:close/>
                  </a:path>
                </a:pathLst>
              </a:custGeom>
              <a:solidFill>
                <a:srgbClr val="2C5967"/>
              </a:solidFill>
              <a:ln w="64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810"/>
              </a:p>
            </p:txBody>
          </p:sp>
        </p:grpSp>
      </p:grpSp>
      <p:sp>
        <p:nvSpPr>
          <p:cNvPr id="11" name="">
            <a:extLst>
              <a:ext uri="{FF2B5EF4-FFF2-40B4-BE49-F238E27FC236}">
                <ns2:creationId id="{1F60EF58-5632-4D05-9D07-89398574D427}"/>
              </a:ext>
            </a:extLst>
          </p:cNvPr>
          <p:cNvSpPr>
            <a:spLocks noGrp="1"/>
          </p:cNvSpPr>
          <p:nvPr/>
        </p:nvSpPr>
        <p:spPr>
          <a:xfrm>
            <a:off x="9458325" y="2276475"/>
            <a:ext cx="4667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l">
              <a:defRPr sz="2175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OCI Generative AI</a:t>
            </a:r>
          </a:p>
        </p:txBody>
      </p:sp>
      <p:grpSp>
        <p:nvGrpSpPr>
          <p:cNvPr id="77" name="official-icon-user (OCI Toolkit original)"/>
          <p:cNvGrpSpPr/>
          <p:nvPr/>
        </p:nvGrpSpPr>
        <p:grpSpPr>
          <a:xfrm>
            <a:off x="1076325" y="2131972"/>
            <a:ext cx="619125" cy="631906"/>
            <a:chOff x="2337487" y="1377211"/>
            <a:chExt cx="377223" cy="385010"/>
          </a:xfrm>
        </p:grpSpPr>
        <p:sp>
          <p:nvSpPr>
            <p:cNvPr id="78" name="Freeform: Shape 55"/>
            <p:cNvSpPr/>
            <p:nvPr/>
          </p:nvSpPr>
          <p:spPr>
            <a:xfrm>
              <a:off x="2342069" y="1381795"/>
              <a:ext cx="368053" cy="375844"/>
            </a:xfrm>
            <a:custGeom>
              <a:avLst/>
              <a:gdLst>
                <a:gd name="connsiteX0" fmla="*/ 3 w 368053"/>
                <a:gd name="connsiteY0" fmla="*/ 375845 h 375844"/>
                <a:gd name="connsiteX1" fmla="*/ 3 w 368053"/>
                <a:gd name="connsiteY1" fmla="*/ 314425 h 375844"/>
                <a:gd name="connsiteX2" fmla="*/ 27877 w 368053"/>
                <a:gd name="connsiteY2" fmla="*/ 245565 h 375844"/>
                <a:gd name="connsiteX3" fmla="*/ 96255 w 368053"/>
                <a:gd name="connsiteY3" fmla="*/ 216522 h 375844"/>
                <a:gd name="connsiteX4" fmla="*/ 124855 w 368053"/>
                <a:gd name="connsiteY4" fmla="*/ 216522 h 375844"/>
                <a:gd name="connsiteX5" fmla="*/ 124855 w 368053"/>
                <a:gd name="connsiteY5" fmla="*/ 181871 h 375844"/>
                <a:gd name="connsiteX6" fmla="*/ 106124 w 368053"/>
                <a:gd name="connsiteY6" fmla="*/ 154303 h 375844"/>
                <a:gd name="connsiteX7" fmla="*/ 99464 w 368053"/>
                <a:gd name="connsiteY7" fmla="*/ 121645 h 375844"/>
                <a:gd name="connsiteX8" fmla="*/ 99464 w 368053"/>
                <a:gd name="connsiteY8" fmla="*/ 65085 h 375844"/>
                <a:gd name="connsiteX9" fmla="*/ 159140 w 368053"/>
                <a:gd name="connsiteY9" fmla="*/ 0 h 375844"/>
                <a:gd name="connsiteX10" fmla="*/ 268592 w 368053"/>
                <a:gd name="connsiteY10" fmla="*/ 0 h 375844"/>
                <a:gd name="connsiteX11" fmla="*/ 268592 w 368053"/>
                <a:gd name="connsiteY11" fmla="*/ 121645 h 375844"/>
                <a:gd name="connsiteX12" fmla="*/ 261707 w 368053"/>
                <a:gd name="connsiteY12" fmla="*/ 154041 h 375844"/>
                <a:gd name="connsiteX13" fmla="*/ 242925 w 368053"/>
                <a:gd name="connsiteY13" fmla="*/ 181321 h 375844"/>
                <a:gd name="connsiteX14" fmla="*/ 242925 w 368053"/>
                <a:gd name="connsiteY14" fmla="*/ 216522 h 375844"/>
                <a:gd name="connsiteX15" fmla="*/ 269606 w 368053"/>
                <a:gd name="connsiteY15" fmla="*/ 216522 h 375844"/>
                <a:gd name="connsiteX16" fmla="*/ 307196 w 368053"/>
                <a:gd name="connsiteY16" fmla="*/ 223890 h 375844"/>
                <a:gd name="connsiteX17" fmla="*/ 339107 w 368053"/>
                <a:gd name="connsiteY17" fmla="*/ 245084 h 375844"/>
                <a:gd name="connsiteX18" fmla="*/ 360475 w 368053"/>
                <a:gd name="connsiteY18" fmla="*/ 276875 h 375844"/>
                <a:gd name="connsiteX19" fmla="*/ 368054 w 368053"/>
                <a:gd name="connsiteY19" fmla="*/ 314425 h 375844"/>
                <a:gd name="connsiteX20" fmla="*/ 368054 w 368053"/>
                <a:gd name="connsiteY20" fmla="*/ 375845 h 375844"/>
                <a:gd name="connsiteX21" fmla="*/ 3 w 368053"/>
                <a:gd name="connsiteY21" fmla="*/ 375845 h 375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8053" h="375844">
                  <a:moveTo>
                    <a:pt x="3" y="375845"/>
                  </a:moveTo>
                  <a:lnTo>
                    <a:pt x="3" y="314425"/>
                  </a:lnTo>
                  <a:cubicBezTo>
                    <a:pt x="-190" y="288685"/>
                    <a:pt x="9833" y="263920"/>
                    <a:pt x="27877" y="245565"/>
                  </a:cubicBezTo>
                  <a:cubicBezTo>
                    <a:pt x="45928" y="227209"/>
                    <a:pt x="70517" y="216764"/>
                    <a:pt x="96255" y="216522"/>
                  </a:cubicBezTo>
                  <a:lnTo>
                    <a:pt x="124855" y="216522"/>
                  </a:lnTo>
                  <a:lnTo>
                    <a:pt x="124855" y="181871"/>
                  </a:lnTo>
                  <a:cubicBezTo>
                    <a:pt x="116853" y="174012"/>
                    <a:pt x="110481" y="164641"/>
                    <a:pt x="106124" y="154303"/>
                  </a:cubicBezTo>
                  <a:cubicBezTo>
                    <a:pt x="101767" y="143964"/>
                    <a:pt x="99502" y="132864"/>
                    <a:pt x="99464" y="121645"/>
                  </a:cubicBezTo>
                  <a:lnTo>
                    <a:pt x="99464" y="65085"/>
                  </a:lnTo>
                  <a:cubicBezTo>
                    <a:pt x="99464" y="24934"/>
                    <a:pt x="122385" y="0"/>
                    <a:pt x="159140" y="0"/>
                  </a:cubicBezTo>
                  <a:lnTo>
                    <a:pt x="268592" y="0"/>
                  </a:lnTo>
                  <a:lnTo>
                    <a:pt x="268592" y="121645"/>
                  </a:lnTo>
                  <a:cubicBezTo>
                    <a:pt x="268451" y="132791"/>
                    <a:pt x="266115" y="143801"/>
                    <a:pt x="261707" y="154041"/>
                  </a:cubicBezTo>
                  <a:cubicBezTo>
                    <a:pt x="257305" y="164282"/>
                    <a:pt x="250920" y="173552"/>
                    <a:pt x="242925" y="181321"/>
                  </a:cubicBezTo>
                  <a:lnTo>
                    <a:pt x="242925" y="216522"/>
                  </a:lnTo>
                  <a:lnTo>
                    <a:pt x="269606" y="216522"/>
                  </a:lnTo>
                  <a:cubicBezTo>
                    <a:pt x="282498" y="216486"/>
                    <a:pt x="295267" y="218989"/>
                    <a:pt x="307196" y="223890"/>
                  </a:cubicBezTo>
                  <a:cubicBezTo>
                    <a:pt x="319119" y="228791"/>
                    <a:pt x="329963" y="235992"/>
                    <a:pt x="339107" y="245084"/>
                  </a:cubicBezTo>
                  <a:cubicBezTo>
                    <a:pt x="348251" y="254174"/>
                    <a:pt x="355508" y="264977"/>
                    <a:pt x="360475" y="276875"/>
                  </a:cubicBezTo>
                  <a:cubicBezTo>
                    <a:pt x="365448" y="288773"/>
                    <a:pt x="368021" y="301532"/>
                    <a:pt x="368054" y="314425"/>
                  </a:cubicBezTo>
                  <a:lnTo>
                    <a:pt x="368054" y="375845"/>
                  </a:lnTo>
                  <a:lnTo>
                    <a:pt x="3" y="375845"/>
                  </a:lnTo>
                  <a:close/>
                </a:path>
              </a:pathLst>
            </a:custGeom>
            <a:solidFill>
              <a:srgbClr val="FFFFFF"/>
            </a:solidFill>
            <a:ln w="64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810"/>
            </a:p>
          </p:txBody>
        </p:sp>
        <p:sp>
          <p:nvSpPr>
            <p:cNvPr id="79" name="Freeform: Shape 56"/>
            <p:cNvSpPr/>
            <p:nvPr/>
          </p:nvSpPr>
          <p:spPr>
            <a:xfrm>
              <a:off x="2337487" y="1377211"/>
              <a:ext cx="377223" cy="385010"/>
            </a:xfrm>
            <a:custGeom>
              <a:avLst/>
              <a:gdLst>
                <a:gd name="connsiteX0" fmla="*/ 268503 w 377223"/>
                <a:gd name="connsiteY0" fmla="*/ 9167 h 385010"/>
                <a:gd name="connsiteX1" fmla="*/ 268503 w 377223"/>
                <a:gd name="connsiteY1" fmla="*/ 126228 h 385010"/>
                <a:gd name="connsiteX2" fmla="*/ 261752 w 377223"/>
                <a:gd name="connsiteY2" fmla="*/ 157718 h 385010"/>
                <a:gd name="connsiteX3" fmla="*/ 243111 w 377223"/>
                <a:gd name="connsiteY3" fmla="*/ 183980 h 385010"/>
                <a:gd name="connsiteX4" fmla="*/ 243111 w 377223"/>
                <a:gd name="connsiteY4" fmla="*/ 225689 h 385010"/>
                <a:gd name="connsiteX5" fmla="*/ 274368 w 377223"/>
                <a:gd name="connsiteY5" fmla="*/ 225689 h 385010"/>
                <a:gd name="connsiteX6" fmla="*/ 310167 w 377223"/>
                <a:gd name="connsiteY6" fmla="*/ 232737 h 385010"/>
                <a:gd name="connsiteX7" fmla="*/ 340538 w 377223"/>
                <a:gd name="connsiteY7" fmla="*/ 252946 h 385010"/>
                <a:gd name="connsiteX8" fmla="*/ 360867 w 377223"/>
                <a:gd name="connsiteY8" fmla="*/ 283241 h 385010"/>
                <a:gd name="connsiteX9" fmla="*/ 368053 w 377223"/>
                <a:gd name="connsiteY9" fmla="*/ 319009 h 385010"/>
                <a:gd name="connsiteX10" fmla="*/ 368053 w 377223"/>
                <a:gd name="connsiteY10" fmla="*/ 375841 h 385010"/>
                <a:gd name="connsiteX11" fmla="*/ 9172 w 377223"/>
                <a:gd name="connsiteY11" fmla="*/ 375841 h 385010"/>
                <a:gd name="connsiteX12" fmla="*/ 9172 w 377223"/>
                <a:gd name="connsiteY12" fmla="*/ 319009 h 385010"/>
                <a:gd name="connsiteX13" fmla="*/ 35706 w 377223"/>
                <a:gd name="connsiteY13" fmla="*/ 253390 h 385010"/>
                <a:gd name="connsiteX14" fmla="*/ 100837 w 377223"/>
                <a:gd name="connsiteY14" fmla="*/ 225689 h 385010"/>
                <a:gd name="connsiteX15" fmla="*/ 134025 w 377223"/>
                <a:gd name="connsiteY15" fmla="*/ 225689 h 385010"/>
                <a:gd name="connsiteX16" fmla="*/ 134025 w 377223"/>
                <a:gd name="connsiteY16" fmla="*/ 184530 h 385010"/>
                <a:gd name="connsiteX17" fmla="*/ 115268 w 377223"/>
                <a:gd name="connsiteY17" fmla="*/ 158020 h 385010"/>
                <a:gd name="connsiteX18" fmla="*/ 108633 w 377223"/>
                <a:gd name="connsiteY18" fmla="*/ 126228 h 385010"/>
                <a:gd name="connsiteX19" fmla="*/ 108633 w 377223"/>
                <a:gd name="connsiteY19" fmla="*/ 69668 h 385010"/>
                <a:gd name="connsiteX20" fmla="*/ 163632 w 377223"/>
                <a:gd name="connsiteY20" fmla="*/ 9167 h 385010"/>
                <a:gd name="connsiteX21" fmla="*/ 268503 w 377223"/>
                <a:gd name="connsiteY21" fmla="*/ 9167 h 385010"/>
                <a:gd name="connsiteX22" fmla="*/ 277672 w 377223"/>
                <a:gd name="connsiteY22" fmla="*/ 0 h 385010"/>
                <a:gd name="connsiteX23" fmla="*/ 163722 w 377223"/>
                <a:gd name="connsiteY23" fmla="*/ 0 h 385010"/>
                <a:gd name="connsiteX24" fmla="*/ 99554 w 377223"/>
                <a:gd name="connsiteY24" fmla="*/ 69668 h 385010"/>
                <a:gd name="connsiteX25" fmla="*/ 99554 w 377223"/>
                <a:gd name="connsiteY25" fmla="*/ 126228 h 385010"/>
                <a:gd name="connsiteX26" fmla="*/ 124951 w 377223"/>
                <a:gd name="connsiteY26" fmla="*/ 188380 h 385010"/>
                <a:gd name="connsiteX27" fmla="*/ 124951 w 377223"/>
                <a:gd name="connsiteY27" fmla="*/ 216523 h 385010"/>
                <a:gd name="connsiteX28" fmla="*/ 100837 w 377223"/>
                <a:gd name="connsiteY28" fmla="*/ 216523 h 385010"/>
                <a:gd name="connsiteX29" fmla="*/ 29225 w 377223"/>
                <a:gd name="connsiteY29" fmla="*/ 246907 h 385010"/>
                <a:gd name="connsiteX30" fmla="*/ 3 w 377223"/>
                <a:gd name="connsiteY30" fmla="*/ 319009 h 385010"/>
                <a:gd name="connsiteX31" fmla="*/ 3 w 377223"/>
                <a:gd name="connsiteY31" fmla="*/ 385011 h 385010"/>
                <a:gd name="connsiteX32" fmla="*/ 377223 w 377223"/>
                <a:gd name="connsiteY32" fmla="*/ 385011 h 385010"/>
                <a:gd name="connsiteX33" fmla="*/ 377223 w 377223"/>
                <a:gd name="connsiteY33" fmla="*/ 319009 h 385010"/>
                <a:gd name="connsiteX34" fmla="*/ 347026 w 377223"/>
                <a:gd name="connsiteY34" fmla="*/ 246524 h 385010"/>
                <a:gd name="connsiteX35" fmla="*/ 274464 w 377223"/>
                <a:gd name="connsiteY35" fmla="*/ 216523 h 385010"/>
                <a:gd name="connsiteX36" fmla="*/ 252371 w 377223"/>
                <a:gd name="connsiteY36" fmla="*/ 216523 h 385010"/>
                <a:gd name="connsiteX37" fmla="*/ 252371 w 377223"/>
                <a:gd name="connsiteY37" fmla="*/ 187830 h 385010"/>
                <a:gd name="connsiteX38" fmla="*/ 277762 w 377223"/>
                <a:gd name="connsiteY38" fmla="*/ 126228 h 385010"/>
                <a:gd name="connsiteX39" fmla="*/ 277762 w 377223"/>
                <a:gd name="connsiteY39" fmla="*/ 0 h 385010"/>
                <a:gd name="connsiteX40" fmla="*/ 277672 w 377223"/>
                <a:gd name="connsiteY40" fmla="*/ 0 h 38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77223" h="385010">
                  <a:moveTo>
                    <a:pt x="268503" y="9167"/>
                  </a:moveTo>
                  <a:lnTo>
                    <a:pt x="268503" y="126228"/>
                  </a:lnTo>
                  <a:cubicBezTo>
                    <a:pt x="268413" y="137075"/>
                    <a:pt x="266116" y="147790"/>
                    <a:pt x="261752" y="157718"/>
                  </a:cubicBezTo>
                  <a:cubicBezTo>
                    <a:pt x="257389" y="167648"/>
                    <a:pt x="251042" y="176583"/>
                    <a:pt x="243111" y="183980"/>
                  </a:cubicBezTo>
                  <a:lnTo>
                    <a:pt x="243111" y="225689"/>
                  </a:lnTo>
                  <a:lnTo>
                    <a:pt x="274368" y="225689"/>
                  </a:lnTo>
                  <a:cubicBezTo>
                    <a:pt x="286650" y="225666"/>
                    <a:pt x="298809" y="228060"/>
                    <a:pt x="310167" y="232737"/>
                  </a:cubicBezTo>
                  <a:cubicBezTo>
                    <a:pt x="321519" y="237414"/>
                    <a:pt x="331843" y="244281"/>
                    <a:pt x="340538" y="252946"/>
                  </a:cubicBezTo>
                  <a:cubicBezTo>
                    <a:pt x="349239" y="261611"/>
                    <a:pt x="356144" y="271906"/>
                    <a:pt x="360867" y="283241"/>
                  </a:cubicBezTo>
                  <a:cubicBezTo>
                    <a:pt x="365590" y="294576"/>
                    <a:pt x="368034" y="306730"/>
                    <a:pt x="368053" y="319009"/>
                  </a:cubicBezTo>
                  <a:lnTo>
                    <a:pt x="368053" y="375841"/>
                  </a:lnTo>
                  <a:lnTo>
                    <a:pt x="9172" y="375841"/>
                  </a:lnTo>
                  <a:lnTo>
                    <a:pt x="9172" y="319009"/>
                  </a:lnTo>
                  <a:cubicBezTo>
                    <a:pt x="8973" y="294485"/>
                    <a:pt x="18515" y="270885"/>
                    <a:pt x="35706" y="253390"/>
                  </a:cubicBezTo>
                  <a:cubicBezTo>
                    <a:pt x="52890" y="235893"/>
                    <a:pt x="76318" y="225931"/>
                    <a:pt x="100837" y="225689"/>
                  </a:cubicBezTo>
                  <a:lnTo>
                    <a:pt x="134025" y="225689"/>
                  </a:lnTo>
                  <a:lnTo>
                    <a:pt x="134025" y="184530"/>
                  </a:lnTo>
                  <a:cubicBezTo>
                    <a:pt x="126017" y="177073"/>
                    <a:pt x="119632" y="168049"/>
                    <a:pt x="115268" y="158020"/>
                  </a:cubicBezTo>
                  <a:cubicBezTo>
                    <a:pt x="110899" y="147990"/>
                    <a:pt x="108640" y="137168"/>
                    <a:pt x="108633" y="126228"/>
                  </a:cubicBezTo>
                  <a:lnTo>
                    <a:pt x="108633" y="69668"/>
                  </a:lnTo>
                  <a:cubicBezTo>
                    <a:pt x="108633" y="31809"/>
                    <a:pt x="129257" y="9167"/>
                    <a:pt x="163632" y="9167"/>
                  </a:cubicBezTo>
                  <a:lnTo>
                    <a:pt x="268503" y="9167"/>
                  </a:lnTo>
                  <a:close/>
                  <a:moveTo>
                    <a:pt x="277672" y="0"/>
                  </a:moveTo>
                  <a:lnTo>
                    <a:pt x="163722" y="0"/>
                  </a:lnTo>
                  <a:cubicBezTo>
                    <a:pt x="124124" y="0"/>
                    <a:pt x="99554" y="26675"/>
                    <a:pt x="99554" y="69668"/>
                  </a:cubicBezTo>
                  <a:lnTo>
                    <a:pt x="99554" y="126228"/>
                  </a:lnTo>
                  <a:cubicBezTo>
                    <a:pt x="99605" y="149462"/>
                    <a:pt x="108710" y="171761"/>
                    <a:pt x="124951" y="188380"/>
                  </a:cubicBezTo>
                  <a:lnTo>
                    <a:pt x="124951" y="216523"/>
                  </a:lnTo>
                  <a:lnTo>
                    <a:pt x="100837" y="216523"/>
                  </a:lnTo>
                  <a:cubicBezTo>
                    <a:pt x="73886" y="216765"/>
                    <a:pt x="48129" y="227693"/>
                    <a:pt x="29225" y="246907"/>
                  </a:cubicBezTo>
                  <a:cubicBezTo>
                    <a:pt x="10314" y="266123"/>
                    <a:pt x="-190" y="292054"/>
                    <a:pt x="3" y="319009"/>
                  </a:cubicBezTo>
                  <a:lnTo>
                    <a:pt x="3" y="385011"/>
                  </a:lnTo>
                  <a:lnTo>
                    <a:pt x="377223" y="385011"/>
                  </a:lnTo>
                  <a:lnTo>
                    <a:pt x="377223" y="319009"/>
                  </a:lnTo>
                  <a:cubicBezTo>
                    <a:pt x="377152" y="291803"/>
                    <a:pt x="366289" y="265736"/>
                    <a:pt x="347026" y="246524"/>
                  </a:cubicBezTo>
                  <a:cubicBezTo>
                    <a:pt x="327762" y="227312"/>
                    <a:pt x="301665" y="216522"/>
                    <a:pt x="274464" y="216523"/>
                  </a:cubicBezTo>
                  <a:lnTo>
                    <a:pt x="252371" y="216523"/>
                  </a:lnTo>
                  <a:lnTo>
                    <a:pt x="252371" y="187830"/>
                  </a:lnTo>
                  <a:cubicBezTo>
                    <a:pt x="268451" y="171332"/>
                    <a:pt x="277544" y="149266"/>
                    <a:pt x="277762" y="126228"/>
                  </a:cubicBezTo>
                  <a:lnTo>
                    <a:pt x="277762" y="0"/>
                  </a:lnTo>
                  <a:lnTo>
                    <a:pt x="277672" y="0"/>
                  </a:lnTo>
                  <a:close/>
                </a:path>
              </a:pathLst>
            </a:custGeom>
            <a:solidFill>
              <a:srgbClr val="FFFFFF"/>
            </a:solidFill>
            <a:ln w="64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810"/>
            </a:p>
          </p:txBody>
        </p:sp>
        <p:sp>
          <p:nvSpPr>
            <p:cNvPr id="80" name="Freeform: Shape 57"/>
            <p:cNvSpPr/>
            <p:nvPr/>
          </p:nvSpPr>
          <p:spPr>
            <a:xfrm>
              <a:off x="2346656" y="1386375"/>
              <a:ext cx="358884" cy="366676"/>
            </a:xfrm>
            <a:custGeom>
              <a:avLst/>
              <a:gdLst>
                <a:gd name="connsiteX0" fmla="*/ 265294 w 358884"/>
                <a:gd name="connsiteY0" fmla="*/ 216523 h 366676"/>
                <a:gd name="connsiteX1" fmla="*/ 234032 w 358884"/>
                <a:gd name="connsiteY1" fmla="*/ 216523 h 366676"/>
                <a:gd name="connsiteX2" fmla="*/ 234032 w 358884"/>
                <a:gd name="connsiteY2" fmla="*/ 174813 h 366676"/>
                <a:gd name="connsiteX3" fmla="*/ 252679 w 358884"/>
                <a:gd name="connsiteY3" fmla="*/ 148552 h 366676"/>
                <a:gd name="connsiteX4" fmla="*/ 259423 w 358884"/>
                <a:gd name="connsiteY4" fmla="*/ 117062 h 366676"/>
                <a:gd name="connsiteX5" fmla="*/ 259423 w 358884"/>
                <a:gd name="connsiteY5" fmla="*/ 0 h 366676"/>
                <a:gd name="connsiteX6" fmla="*/ 154559 w 358884"/>
                <a:gd name="connsiteY6" fmla="*/ 0 h 366676"/>
                <a:gd name="connsiteX7" fmla="*/ 99554 w 358884"/>
                <a:gd name="connsiteY7" fmla="*/ 60502 h 366676"/>
                <a:gd name="connsiteX8" fmla="*/ 99554 w 358884"/>
                <a:gd name="connsiteY8" fmla="*/ 117062 h 366676"/>
                <a:gd name="connsiteX9" fmla="*/ 106189 w 358884"/>
                <a:gd name="connsiteY9" fmla="*/ 148853 h 366676"/>
                <a:gd name="connsiteX10" fmla="*/ 124945 w 358884"/>
                <a:gd name="connsiteY10" fmla="*/ 175363 h 366676"/>
                <a:gd name="connsiteX11" fmla="*/ 124945 w 358884"/>
                <a:gd name="connsiteY11" fmla="*/ 216523 h 366676"/>
                <a:gd name="connsiteX12" fmla="*/ 91674 w 358884"/>
                <a:gd name="connsiteY12" fmla="*/ 216523 h 366676"/>
                <a:gd name="connsiteX13" fmla="*/ 26537 w 358884"/>
                <a:gd name="connsiteY13" fmla="*/ 244222 h 366676"/>
                <a:gd name="connsiteX14" fmla="*/ 3 w 358884"/>
                <a:gd name="connsiteY14" fmla="*/ 309842 h 366676"/>
                <a:gd name="connsiteX15" fmla="*/ 3 w 358884"/>
                <a:gd name="connsiteY15" fmla="*/ 366676 h 366676"/>
                <a:gd name="connsiteX16" fmla="*/ 15583 w 358884"/>
                <a:gd name="connsiteY16" fmla="*/ 366676 h 366676"/>
                <a:gd name="connsiteX17" fmla="*/ 15583 w 358884"/>
                <a:gd name="connsiteY17" fmla="*/ 309842 h 366676"/>
                <a:gd name="connsiteX18" fmla="*/ 37554 w 358884"/>
                <a:gd name="connsiteY18" fmla="*/ 255241 h 366676"/>
                <a:gd name="connsiteX19" fmla="*/ 91674 w 358884"/>
                <a:gd name="connsiteY19" fmla="*/ 232107 h 366676"/>
                <a:gd name="connsiteX20" fmla="*/ 130996 w 358884"/>
                <a:gd name="connsiteY20" fmla="*/ 232107 h 366676"/>
                <a:gd name="connsiteX21" fmla="*/ 179399 w 358884"/>
                <a:gd name="connsiteY21" fmla="*/ 284174 h 366676"/>
                <a:gd name="connsiteX22" fmla="*/ 227891 w 358884"/>
                <a:gd name="connsiteY22" fmla="*/ 231740 h 366676"/>
                <a:gd name="connsiteX23" fmla="*/ 265294 w 358884"/>
                <a:gd name="connsiteY23" fmla="*/ 231740 h 366676"/>
                <a:gd name="connsiteX24" fmla="*/ 320383 w 358884"/>
                <a:gd name="connsiteY24" fmla="*/ 254464 h 366676"/>
                <a:gd name="connsiteX25" fmla="*/ 343304 w 358884"/>
                <a:gd name="connsiteY25" fmla="*/ 309475 h 366676"/>
                <a:gd name="connsiteX26" fmla="*/ 343304 w 358884"/>
                <a:gd name="connsiteY26" fmla="*/ 366676 h 366676"/>
                <a:gd name="connsiteX27" fmla="*/ 358884 w 358884"/>
                <a:gd name="connsiteY27" fmla="*/ 366676 h 366676"/>
                <a:gd name="connsiteX28" fmla="*/ 358884 w 358884"/>
                <a:gd name="connsiteY28" fmla="*/ 309842 h 366676"/>
                <a:gd name="connsiteX29" fmla="*/ 331401 w 358884"/>
                <a:gd name="connsiteY29" fmla="*/ 243812 h 366676"/>
                <a:gd name="connsiteX30" fmla="*/ 265294 w 358884"/>
                <a:gd name="connsiteY30" fmla="*/ 216523 h 366676"/>
                <a:gd name="connsiteX31" fmla="*/ 154097 w 358884"/>
                <a:gd name="connsiteY31" fmla="*/ 15584 h 366676"/>
                <a:gd name="connsiteX32" fmla="*/ 243843 w 358884"/>
                <a:gd name="connsiteY32" fmla="*/ 15584 h 366676"/>
                <a:gd name="connsiteX33" fmla="*/ 208730 w 358884"/>
                <a:gd name="connsiteY33" fmla="*/ 52252 h 366676"/>
                <a:gd name="connsiteX34" fmla="*/ 115416 w 358884"/>
                <a:gd name="connsiteY34" fmla="*/ 52252 h 366676"/>
                <a:gd name="connsiteX35" fmla="*/ 154097 w 358884"/>
                <a:gd name="connsiteY35" fmla="*/ 15584 h 366676"/>
                <a:gd name="connsiteX36" fmla="*/ 115044 w 358884"/>
                <a:gd name="connsiteY36" fmla="*/ 117062 h 366676"/>
                <a:gd name="connsiteX37" fmla="*/ 115044 w 358884"/>
                <a:gd name="connsiteY37" fmla="*/ 68294 h 366676"/>
                <a:gd name="connsiteX38" fmla="*/ 208730 w 358884"/>
                <a:gd name="connsiteY38" fmla="*/ 68294 h 366676"/>
                <a:gd name="connsiteX39" fmla="*/ 227653 w 358884"/>
                <a:gd name="connsiteY39" fmla="*/ 65250 h 366676"/>
                <a:gd name="connsiteX40" fmla="*/ 243843 w 358884"/>
                <a:gd name="connsiteY40" fmla="*/ 55002 h 366676"/>
                <a:gd name="connsiteX41" fmla="*/ 243843 w 358884"/>
                <a:gd name="connsiteY41" fmla="*/ 117062 h 366676"/>
                <a:gd name="connsiteX42" fmla="*/ 224734 w 358884"/>
                <a:gd name="connsiteY42" fmla="*/ 162123 h 366676"/>
                <a:gd name="connsiteX43" fmla="*/ 179675 w 358884"/>
                <a:gd name="connsiteY43" fmla="*/ 181230 h 366676"/>
                <a:gd name="connsiteX44" fmla="*/ 134301 w 358884"/>
                <a:gd name="connsiteY44" fmla="*/ 162435 h 366676"/>
                <a:gd name="connsiteX45" fmla="*/ 115506 w 358884"/>
                <a:gd name="connsiteY45" fmla="*/ 117062 h 366676"/>
                <a:gd name="connsiteX46" fmla="*/ 115044 w 358884"/>
                <a:gd name="connsiteY46" fmla="*/ 117062 h 366676"/>
                <a:gd name="connsiteX47" fmla="*/ 179675 w 358884"/>
                <a:gd name="connsiteY47" fmla="*/ 261533 h 366676"/>
                <a:gd name="connsiteX48" fmla="*/ 140711 w 358884"/>
                <a:gd name="connsiteY48" fmla="*/ 219273 h 366676"/>
                <a:gd name="connsiteX49" fmla="*/ 140711 w 358884"/>
                <a:gd name="connsiteY49" fmla="*/ 186822 h 366676"/>
                <a:gd name="connsiteX50" fmla="*/ 179675 w 358884"/>
                <a:gd name="connsiteY50" fmla="*/ 196997 h 366676"/>
                <a:gd name="connsiteX51" fmla="*/ 218728 w 358884"/>
                <a:gd name="connsiteY51" fmla="*/ 186455 h 366676"/>
                <a:gd name="connsiteX52" fmla="*/ 218728 w 358884"/>
                <a:gd name="connsiteY52" fmla="*/ 219273 h 366676"/>
                <a:gd name="connsiteX53" fmla="*/ 179675 w 358884"/>
                <a:gd name="connsiteY53" fmla="*/ 261533 h 366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58884" h="366676">
                  <a:moveTo>
                    <a:pt x="265294" y="216523"/>
                  </a:moveTo>
                  <a:lnTo>
                    <a:pt x="234032" y="216523"/>
                  </a:lnTo>
                  <a:lnTo>
                    <a:pt x="234032" y="174813"/>
                  </a:lnTo>
                  <a:cubicBezTo>
                    <a:pt x="241969" y="167417"/>
                    <a:pt x="248309" y="158481"/>
                    <a:pt x="252679" y="148552"/>
                  </a:cubicBezTo>
                  <a:cubicBezTo>
                    <a:pt x="257043" y="138622"/>
                    <a:pt x="259340" y="127908"/>
                    <a:pt x="259423" y="117062"/>
                  </a:cubicBezTo>
                  <a:lnTo>
                    <a:pt x="259423" y="0"/>
                  </a:lnTo>
                  <a:lnTo>
                    <a:pt x="154559" y="0"/>
                  </a:lnTo>
                  <a:cubicBezTo>
                    <a:pt x="120088" y="0"/>
                    <a:pt x="99554" y="22642"/>
                    <a:pt x="99554" y="60502"/>
                  </a:cubicBezTo>
                  <a:lnTo>
                    <a:pt x="99554" y="117062"/>
                  </a:lnTo>
                  <a:cubicBezTo>
                    <a:pt x="99560" y="128001"/>
                    <a:pt x="101819" y="138823"/>
                    <a:pt x="106189" y="148853"/>
                  </a:cubicBezTo>
                  <a:cubicBezTo>
                    <a:pt x="110559" y="158883"/>
                    <a:pt x="116944" y="167906"/>
                    <a:pt x="124945" y="175363"/>
                  </a:cubicBezTo>
                  <a:lnTo>
                    <a:pt x="124945" y="216523"/>
                  </a:lnTo>
                  <a:lnTo>
                    <a:pt x="91674" y="216523"/>
                  </a:lnTo>
                  <a:cubicBezTo>
                    <a:pt x="67149" y="216765"/>
                    <a:pt x="43721" y="226727"/>
                    <a:pt x="26537" y="244222"/>
                  </a:cubicBezTo>
                  <a:cubicBezTo>
                    <a:pt x="9352" y="261718"/>
                    <a:pt x="-196" y="285318"/>
                    <a:pt x="3" y="309842"/>
                  </a:cubicBezTo>
                  <a:lnTo>
                    <a:pt x="3" y="366676"/>
                  </a:lnTo>
                  <a:lnTo>
                    <a:pt x="15583" y="366676"/>
                  </a:lnTo>
                  <a:lnTo>
                    <a:pt x="15583" y="309842"/>
                  </a:lnTo>
                  <a:cubicBezTo>
                    <a:pt x="15391" y="289451"/>
                    <a:pt x="23290" y="269815"/>
                    <a:pt x="37554" y="255241"/>
                  </a:cubicBezTo>
                  <a:cubicBezTo>
                    <a:pt x="51819" y="240668"/>
                    <a:pt x="71281" y="232348"/>
                    <a:pt x="91674" y="232107"/>
                  </a:cubicBezTo>
                  <a:lnTo>
                    <a:pt x="130996" y="232107"/>
                  </a:lnTo>
                  <a:lnTo>
                    <a:pt x="179399" y="284174"/>
                  </a:lnTo>
                  <a:lnTo>
                    <a:pt x="227891" y="231740"/>
                  </a:lnTo>
                  <a:lnTo>
                    <a:pt x="265294" y="231740"/>
                  </a:lnTo>
                  <a:cubicBezTo>
                    <a:pt x="285944" y="231715"/>
                    <a:pt x="305759" y="239889"/>
                    <a:pt x="320383" y="254464"/>
                  </a:cubicBezTo>
                  <a:cubicBezTo>
                    <a:pt x="335013" y="269040"/>
                    <a:pt x="343253" y="288826"/>
                    <a:pt x="343304" y="309475"/>
                  </a:cubicBezTo>
                  <a:lnTo>
                    <a:pt x="343304" y="366676"/>
                  </a:lnTo>
                  <a:lnTo>
                    <a:pt x="358884" y="366676"/>
                  </a:lnTo>
                  <a:lnTo>
                    <a:pt x="358884" y="309842"/>
                  </a:lnTo>
                  <a:cubicBezTo>
                    <a:pt x="358839" y="285059"/>
                    <a:pt x="348951" y="261310"/>
                    <a:pt x="331401" y="243812"/>
                  </a:cubicBezTo>
                  <a:cubicBezTo>
                    <a:pt x="313857" y="226314"/>
                    <a:pt x="290076" y="216498"/>
                    <a:pt x="265294" y="216523"/>
                  </a:cubicBezTo>
                  <a:close/>
                  <a:moveTo>
                    <a:pt x="154097" y="15584"/>
                  </a:moveTo>
                  <a:lnTo>
                    <a:pt x="243843" y="15584"/>
                  </a:lnTo>
                  <a:cubicBezTo>
                    <a:pt x="241828" y="40243"/>
                    <a:pt x="229816" y="52252"/>
                    <a:pt x="208730" y="52252"/>
                  </a:cubicBezTo>
                  <a:lnTo>
                    <a:pt x="115416" y="52252"/>
                  </a:lnTo>
                  <a:cubicBezTo>
                    <a:pt x="117155" y="33918"/>
                    <a:pt x="125497" y="15584"/>
                    <a:pt x="154097" y="15584"/>
                  </a:cubicBezTo>
                  <a:close/>
                  <a:moveTo>
                    <a:pt x="115044" y="117062"/>
                  </a:moveTo>
                  <a:lnTo>
                    <a:pt x="115044" y="68294"/>
                  </a:lnTo>
                  <a:lnTo>
                    <a:pt x="208730" y="68294"/>
                  </a:lnTo>
                  <a:cubicBezTo>
                    <a:pt x="215179" y="68570"/>
                    <a:pt x="221615" y="67534"/>
                    <a:pt x="227653" y="65250"/>
                  </a:cubicBezTo>
                  <a:cubicBezTo>
                    <a:pt x="233685" y="62965"/>
                    <a:pt x="239197" y="59478"/>
                    <a:pt x="243843" y="55002"/>
                  </a:cubicBezTo>
                  <a:lnTo>
                    <a:pt x="243843" y="117062"/>
                  </a:lnTo>
                  <a:cubicBezTo>
                    <a:pt x="243561" y="133992"/>
                    <a:pt x="236708" y="150150"/>
                    <a:pt x="224734" y="162123"/>
                  </a:cubicBezTo>
                  <a:cubicBezTo>
                    <a:pt x="212760" y="174095"/>
                    <a:pt x="196602" y="180947"/>
                    <a:pt x="179675" y="181230"/>
                  </a:cubicBezTo>
                  <a:cubicBezTo>
                    <a:pt x="162657" y="181230"/>
                    <a:pt x="146333" y="174469"/>
                    <a:pt x="134301" y="162435"/>
                  </a:cubicBezTo>
                  <a:cubicBezTo>
                    <a:pt x="122263" y="150402"/>
                    <a:pt x="115506" y="134080"/>
                    <a:pt x="115506" y="117062"/>
                  </a:cubicBezTo>
                  <a:lnTo>
                    <a:pt x="115044" y="117062"/>
                  </a:lnTo>
                  <a:close/>
                  <a:moveTo>
                    <a:pt x="179675" y="261533"/>
                  </a:moveTo>
                  <a:lnTo>
                    <a:pt x="140711" y="219273"/>
                  </a:lnTo>
                  <a:lnTo>
                    <a:pt x="140711" y="186822"/>
                  </a:lnTo>
                  <a:cubicBezTo>
                    <a:pt x="152621" y="193475"/>
                    <a:pt x="166032" y="196977"/>
                    <a:pt x="179675" y="196997"/>
                  </a:cubicBezTo>
                  <a:cubicBezTo>
                    <a:pt x="193394" y="196973"/>
                    <a:pt x="206863" y="193338"/>
                    <a:pt x="218728" y="186455"/>
                  </a:cubicBezTo>
                  <a:lnTo>
                    <a:pt x="218728" y="219273"/>
                  </a:lnTo>
                  <a:lnTo>
                    <a:pt x="179675" y="261533"/>
                  </a:lnTo>
                  <a:close/>
                </a:path>
              </a:pathLst>
            </a:custGeom>
            <a:solidFill>
              <a:srgbClr val="2C5967"/>
            </a:solidFill>
            <a:ln w="64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810"/>
            </a:p>
          </p:txBody>
        </p:sp>
      </p:grpSp>
      <p:sp>
        <p:nvSpPr>
          <p:cNvPr id="13" name="">
            <a:extLst>
              <a:ext uri="{FF2B5EF4-FFF2-40B4-BE49-F238E27FC236}">
                <ns2:creationId id="{1E94DA17-F9E0-482D-997D-B99B3CF7007B}"/>
              </a:ext>
            </a:extLst>
          </p:cNvPr>
          <p:cNvSpPr>
            <a:spLocks noGrp="1"/>
          </p:cNvSpPr>
          <p:nvPr/>
        </p:nvSpPr>
        <p:spPr>
          <a:xfrm>
            <a:off x="400050" y="2905125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725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運用担当者 / User</a:t>
            </a:r>
          </a:p>
        </p:txBody>
      </p:sp>
      <p:sp>
        <p:nvSpPr>
          <p:cNvPr id="14" name="">
            <a:extLst>
              <a:ext uri="{FF2B5EF4-FFF2-40B4-BE49-F238E27FC236}">
                <ns2:creationId id="{E7206175-6C1E-4374-8B70-4E3BC8FD3EE3}"/>
              </a:ext>
            </a:extLst>
          </p:cNvPr>
          <p:cNvSpPr>
            <a:spLocks noGrp="1"/>
          </p:cNvSpPr>
          <p:nvPr/>
        </p:nvSpPr>
        <p:spPr>
          <a:xfrm>
            <a:off x="504825" y="3257550"/>
            <a:ext cx="1809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9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ブラウザ</a:t>
            </a:r>
          </a:p>
        </p:txBody>
      </p:sp>
      <p:sp>
        <p:nvSpPr>
          <p:cNvPr id="15" name="">
            <a:extLst>
              <a:ext uri="{FF2B5EF4-FFF2-40B4-BE49-F238E27FC236}">
                <ns2:creationId id="{26847ED9-8562-4532-BE0D-BD8CEFE837AC}"/>
              </a:ext>
            </a:extLst>
          </p:cNvPr>
          <p:cNvSpPr>
            <a:spLocks noGrp="1"/>
          </p:cNvSpPr>
          <p:nvPr/>
        </p:nvSpPr>
        <p:spPr>
          <a:xfrm>
            <a:off x="361950" y="3752850"/>
            <a:ext cx="21431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質問・初動対応票</a:t>
            </a:r>
          </a:p>
        </p:txBody>
      </p:sp>
      <p:sp>
        <p:nvSpPr>
          <p:cNvPr id="16" name="Web UI API">
            <a:extLst>
              <a:ext uri="{FF2B5EF4-FFF2-40B4-BE49-F238E27FC236}">
                <ns2:creationId id="{2A79B27F-5BA4-4798-B5DC-67EC10EA6255}"/>
              </a:ext>
            </a:extLst>
          </p:cNvPr>
          <p:cNvSpPr>
            <a:spLocks noGrp="1"/>
          </p:cNvSpPr>
          <p:nvPr/>
        </p:nvSpPr>
        <p:spPr>
          <a:xfrm>
            <a:off x="3619500" y="2905125"/>
            <a:ext cx="4286250" cy="666750"/>
          </a:xfrm>
          <a:prstGeom prst="rect">
            <a:avLst/>
          </a:prstGeom>
          <a:solidFill>
            <a:srgbClr val="FCFBFA"/>
          </a:solidFill>
          <a:ln w="12859">
            <a:solidFill>
              <a:srgbClr val="2C5967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ADF825D6-95BB-4CA4-A24D-A0AF19D1AE2C}"/>
              </a:ext>
            </a:extLst>
          </p:cNvPr>
          <p:cNvSpPr>
            <a:spLocks noGrp="1"/>
          </p:cNvSpPr>
          <p:nvPr/>
        </p:nvSpPr>
        <p:spPr>
          <a:xfrm>
            <a:off x="3781425" y="2981325"/>
            <a:ext cx="39433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800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Web UI / API</a:t>
            </a:r>
          </a:p>
        </p:txBody>
      </p:sp>
      <p:sp>
        <p:nvSpPr>
          <p:cNvPr id="18" name="">
            <a:extLst>
              <a:ext uri="{FF2B5EF4-FFF2-40B4-BE49-F238E27FC236}">
                <ns2:creationId id="{3A1B6D35-DE1E-44F3-B5E2-7B61DD0AEF13}"/>
              </a:ext>
            </a:extLst>
          </p:cNvPr>
          <p:cNvSpPr>
            <a:spLocks noGrp="1"/>
          </p:cNvSpPr>
          <p:nvPr/>
        </p:nvSpPr>
        <p:spPr>
          <a:xfrm>
            <a:off x="3781425" y="3267075"/>
            <a:ext cx="39433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425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425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web_app.py / chat.html</a:t>
            </a:r>
          </a:p>
        </p:txBody>
      </p:sp>
      <p:sp>
        <p:nvSpPr>
          <p:cNvPr id="19" name="Agent Python orchestration">
            <a:extLst>
              <a:ext uri="{FF2B5EF4-FFF2-40B4-BE49-F238E27FC236}">
                <ns2:creationId id="{2FF0A95D-11EA-4ACF-AFA1-C5ACFF84EE10}"/>
              </a:ext>
            </a:extLst>
          </p:cNvPr>
          <p:cNvSpPr>
            <a:spLocks noGrp="1"/>
          </p:cNvSpPr>
          <p:nvPr/>
        </p:nvSpPr>
        <p:spPr>
          <a:xfrm>
            <a:off x="3619500" y="4143375"/>
            <a:ext cx="4286250" cy="923925"/>
          </a:xfrm>
          <a:prstGeom prst="rect">
            <a:avLst/>
          </a:prstGeom>
          <a:solidFill>
            <a:srgbClr val="FCFBFA"/>
          </a:solidFill>
          <a:ln w="12859">
            <a:solidFill>
              <a:srgbClr val="2C5967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C701C317-446B-4610-B644-788183600443}"/>
              </a:ext>
            </a:extLst>
          </p:cNvPr>
          <p:cNvSpPr>
            <a:spLocks noGrp="1"/>
          </p:cNvSpPr>
          <p:nvPr/>
        </p:nvSpPr>
        <p:spPr>
          <a:xfrm>
            <a:off x="3771900" y="4267200"/>
            <a:ext cx="3990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950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Agent処理（Python）</a:t>
            </a:r>
          </a:p>
        </p:txBody>
      </p:sp>
      <p:sp>
        <p:nvSpPr>
          <p:cNvPr id="21" name="">
            <a:extLst>
              <a:ext uri="{FF2B5EF4-FFF2-40B4-BE49-F238E27FC236}">
                <ns2:creationId id="{13355B43-80C4-413A-AA40-AEAF1F21C4ED}"/>
              </a:ext>
            </a:extLst>
          </p:cNvPr>
          <p:cNvSpPr>
            <a:spLocks noGrp="1"/>
          </p:cNvSpPr>
          <p:nvPr/>
        </p:nvSpPr>
        <p:spPr>
          <a:xfrm>
            <a:off x="3771900" y="4676775"/>
            <a:ext cx="39909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0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50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入力判定・Responses APIループ・回答判定</a:t>
            </a:r>
          </a:p>
        </p:txBody>
      </p:sp>
      <p:sp>
        <p:nvSpPr>
          <p:cNvPr id="22" name="Local function tools and bundled records">
            <a:extLst>
              <a:ext uri="{FF2B5EF4-FFF2-40B4-BE49-F238E27FC236}">
                <ns2:creationId id="{287BBDD1-A80B-43D9-ADF5-C1D9C5E96793}"/>
              </a:ext>
            </a:extLst>
          </p:cNvPr>
          <p:cNvSpPr>
            <a:spLocks noGrp="1"/>
          </p:cNvSpPr>
          <p:nvPr/>
        </p:nvSpPr>
        <p:spPr>
          <a:xfrm>
            <a:off x="3619500" y="5667375"/>
            <a:ext cx="4286250" cy="1152525"/>
          </a:xfrm>
          <a:prstGeom prst="rect">
            <a:avLst/>
          </a:prstGeom>
          <a:solidFill>
            <a:srgbClr val="F5F4F2"/>
          </a:solidFill>
          <a:ln w="12859">
            <a:solidFill>
              <a:srgbClr val="2C5967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9818A35D-0531-4679-BF62-DF23C6A1664D}"/>
              </a:ext>
            </a:extLst>
          </p:cNvPr>
          <p:cNvSpPr>
            <a:spLocks noGrp="1"/>
          </p:cNvSpPr>
          <p:nvPr/>
        </p:nvSpPr>
        <p:spPr>
          <a:xfrm>
            <a:off x="3790950" y="5772150"/>
            <a:ext cx="39624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800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関数ツールをPythonで実行</a:t>
            </a:r>
          </a:p>
        </p:txBody>
      </p:sp>
      <p:sp>
        <p:nvSpPr>
          <p:cNvPr id="24" name="">
            <a:extLst>
              <a:ext uri="{FF2B5EF4-FFF2-40B4-BE49-F238E27FC236}">
                <ns2:creationId id="{C830DF82-70B7-47C9-A9F6-1A9F06367326}"/>
              </a:ext>
            </a:extLst>
          </p:cNvPr>
          <p:cNvSpPr>
            <a:spLocks noGrp="1"/>
          </p:cNvSpPr>
          <p:nvPr/>
        </p:nvSpPr>
        <p:spPr>
          <a:xfrm>
            <a:off x="3790950" y="6124575"/>
            <a:ext cx="39624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lookup_alert / lookup_system</a:t>
            </a:r>
          </a:p>
        </p:txBody>
      </p:sp>
      <p:sp>
        <p:nvSpPr>
          <p:cNvPr id="25" name="">
            <a:extLst>
              <a:ext uri="{FF2B5EF4-FFF2-40B4-BE49-F238E27FC236}">
                <ns2:creationId id="{B2D84B19-177E-4484-856C-A0C8A50D56E7}"/>
              </a:ext>
            </a:extLst>
          </p:cNvPr>
          <p:cNvSpPr>
            <a:spLocks noGrp="1"/>
          </p:cNvSpPr>
          <p:nvPr/>
        </p:nvSpPr>
        <p:spPr>
          <a:xfrm>
            <a:off x="3790950" y="6477000"/>
            <a:ext cx="39624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75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575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alerts.json / system_inventory.csv</a:t>
            </a:r>
          </a:p>
        </p:txBody>
      </p:sp>
      <p:sp>
        <p:nvSpPr>
          <p:cNvPr id="26" name="Guardrails API">
            <a:extLst>
              <a:ext uri="{FF2B5EF4-FFF2-40B4-BE49-F238E27FC236}">
                <ns2:creationId id="{72E45E68-6BC7-40AE-A5E8-50B4966F46AB}"/>
              </a:ext>
            </a:extLst>
          </p:cNvPr>
          <p:cNvSpPr>
            <a:spLocks noGrp="1"/>
          </p:cNvSpPr>
          <p:nvPr/>
        </p:nvSpPr>
        <p:spPr>
          <a:xfrm>
            <a:off x="8953500" y="2790825"/>
            <a:ext cx="5143500" cy="800100"/>
          </a:xfrm>
          <a:prstGeom prst="rect">
            <a:avLst/>
          </a:prstGeom>
          <a:solidFill>
            <a:srgbClr val="FCFBFA"/>
          </a:solidFill>
          <a:ln w="12859">
            <a:solidFill>
              <a:srgbClr val="2C5967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0495EB73-1E3B-460C-BFE4-5F4981FEAA19}"/>
              </a:ext>
            </a:extLst>
          </p:cNvPr>
          <p:cNvSpPr>
            <a:spLocks noGrp="1"/>
          </p:cNvSpPr>
          <p:nvPr/>
        </p:nvSpPr>
        <p:spPr>
          <a:xfrm>
            <a:off x="9096375" y="2876550"/>
            <a:ext cx="48577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875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Guardrails / ApplyGuardrails</a:t>
            </a:r>
          </a:p>
        </p:txBody>
      </p:sp>
      <p:sp>
        <p:nvSpPr>
          <p:cNvPr id="28" name="">
            <a:extLst>
              <a:ext uri="{FF2B5EF4-FFF2-40B4-BE49-F238E27FC236}">
                <ns2:creationId id="{FC0C3E56-01BC-45F3-895E-DA1A0F8CBA32}"/>
              </a:ext>
            </a:extLst>
          </p:cNvPr>
          <p:cNvSpPr>
            <a:spLocks noGrp="1"/>
          </p:cNvSpPr>
          <p:nvPr/>
        </p:nvSpPr>
        <p:spPr>
          <a:xfrm>
            <a:off x="9115425" y="3248025"/>
            <a:ext cx="48196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入力：CM・PI・PII　回答：CM・PII</a:t>
            </a:r>
          </a:p>
        </p:txBody>
      </p:sp>
      <p:sp>
        <p:nvSpPr>
          <p:cNvPr id="29" name="Responses API LLM and file_search">
            <a:extLst>
              <a:ext uri="{FF2B5EF4-FFF2-40B4-BE49-F238E27FC236}">
                <ns2:creationId id="{7CA8812B-26D0-448E-9B35-098F96ECC28D}"/>
              </a:ext>
            </a:extLst>
          </p:cNvPr>
          <p:cNvSpPr>
            <a:spLocks noGrp="1"/>
          </p:cNvSpPr>
          <p:nvPr/>
        </p:nvSpPr>
        <p:spPr>
          <a:xfrm>
            <a:off x="8953500" y="4143375"/>
            <a:ext cx="2286000" cy="962025"/>
          </a:xfrm>
          <a:prstGeom prst="rect">
            <a:avLst/>
          </a:prstGeom>
          <a:solidFill>
            <a:srgbClr val="FCFBFA"/>
          </a:solidFill>
          <a:ln w="12859">
            <a:solidFill>
              <a:srgbClr val="2C5967"/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87C0E96D-B3BF-4173-BDA1-849424AE9403}"/>
              </a:ext>
            </a:extLst>
          </p:cNvPr>
          <p:cNvSpPr>
            <a:spLocks noGrp="1"/>
          </p:cNvSpPr>
          <p:nvPr/>
        </p:nvSpPr>
        <p:spPr>
          <a:xfrm>
            <a:off x="9039225" y="4257675"/>
            <a:ext cx="2114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950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Responses API</a:t>
            </a:r>
          </a:p>
        </p:txBody>
      </p:sp>
      <p:sp>
        <p:nvSpPr>
          <p:cNvPr id="31" name="">
            <a:extLst>
              <a:ext uri="{FF2B5EF4-FFF2-40B4-BE49-F238E27FC236}">
                <ns2:creationId id="{D77B7B11-395E-4450-89D7-5580AE680C12}"/>
              </a:ext>
            </a:extLst>
          </p:cNvPr>
          <p:cNvSpPr>
            <a:spLocks noGrp="1"/>
          </p:cNvSpPr>
          <p:nvPr/>
        </p:nvSpPr>
        <p:spPr>
          <a:xfrm>
            <a:off x="9058275" y="4695825"/>
            <a:ext cx="20764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LLM / file_search</a:t>
            </a:r>
          </a:p>
        </p:txBody>
      </p:sp>
      <p:sp>
        <p:nvSpPr>
          <p:cNvPr id="32" name="Vector Store">
            <a:extLst>
              <a:ext uri="{FF2B5EF4-FFF2-40B4-BE49-F238E27FC236}">
                <ns2:creationId id="{B49D6C9F-DC2D-41C3-8EC6-C6466EE0235B}"/>
              </a:ext>
            </a:extLst>
          </p:cNvPr>
          <p:cNvSpPr>
            <a:spLocks noGrp="1"/>
          </p:cNvSpPr>
          <p:nvPr/>
        </p:nvSpPr>
        <p:spPr>
          <a:xfrm>
            <a:off x="12001500" y="4143375"/>
            <a:ext cx="2095500" cy="962025"/>
          </a:xfrm>
          <a:prstGeom prst="rect">
            <a:avLst/>
          </a:prstGeom>
          <a:solidFill>
            <a:srgbClr val="FCFBFA"/>
          </a:solidFill>
          <a:ln w="12859">
            <a:solidFill>
              <a:srgbClr val="2C5967"/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CECCD8BB-157D-4FAE-A787-6613732B721F}"/>
              </a:ext>
            </a:extLst>
          </p:cNvPr>
          <p:cNvSpPr>
            <a:spLocks noGrp="1"/>
          </p:cNvSpPr>
          <p:nvPr/>
        </p:nvSpPr>
        <p:spPr>
          <a:xfrm>
            <a:off x="12068175" y="4257675"/>
            <a:ext cx="19621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950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Vector Store</a:t>
            </a:r>
          </a:p>
        </p:txBody>
      </p:sp>
      <p:sp>
        <p:nvSpPr>
          <p:cNvPr id="34" name="">
            <a:extLst>
              <a:ext uri="{FF2B5EF4-FFF2-40B4-BE49-F238E27FC236}">
                <ns2:creationId id="{F8480427-805D-4324-95F5-F8265F431D84}"/>
              </a:ext>
            </a:extLst>
          </p:cNvPr>
          <p:cNvSpPr>
            <a:spLocks noGrp="1"/>
          </p:cNvSpPr>
          <p:nvPr/>
        </p:nvSpPr>
        <p:spPr>
          <a:xfrm>
            <a:off x="12077700" y="4695825"/>
            <a:ext cx="19431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手順書・検索資料</a:t>
            </a:r>
          </a:p>
        </p:txBody>
      </p:sp>
      <p:sp>
        <p:nvSpPr>
          <p:cNvPr id="35" name="Knowledge files registered before execution">
            <a:extLst>
              <a:ext uri="{FF2B5EF4-FFF2-40B4-BE49-F238E27FC236}">
                <ns2:creationId id="{63CE46CF-388A-4FEB-9545-941F5EC9E185}"/>
              </a:ext>
            </a:extLst>
          </p:cNvPr>
          <p:cNvSpPr>
            <a:spLocks noGrp="1"/>
          </p:cNvSpPr>
          <p:nvPr/>
        </p:nvSpPr>
        <p:spPr>
          <a:xfrm>
            <a:off x="8953500" y="6048375"/>
            <a:ext cx="5143500" cy="771525"/>
          </a:xfrm>
          <a:prstGeom prst="rect">
            <a:avLst/>
          </a:prstGeom>
          <a:solidFill>
            <a:srgbClr val="F5F4F2"/>
          </a:solidFill>
          <a:ln w="12859">
            <a:solidFill>
              <a:srgbClr val="2C5967"/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97B7775A-78CD-494D-9599-AFE751BD63BB}"/>
              </a:ext>
            </a:extLst>
          </p:cNvPr>
          <p:cNvSpPr>
            <a:spLocks noGrp="1"/>
          </p:cNvSpPr>
          <p:nvPr/>
        </p:nvSpPr>
        <p:spPr>
          <a:xfrm>
            <a:off x="9105900" y="6115050"/>
            <a:ext cx="48387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800" b="1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検索用Markdown（3資料）</a:t>
            </a:r>
          </a:p>
        </p:txBody>
      </p:sp>
      <p:sp>
        <p:nvSpPr>
          <p:cNvPr id="37" name="">
            <a:extLst>
              <a:ext uri="{FF2B5EF4-FFF2-40B4-BE49-F238E27FC236}">
                <ns2:creationId id="{370DDEF4-A9FB-4971-9621-7C76BCC1382D}"/>
              </a:ext>
            </a:extLst>
          </p:cNvPr>
          <p:cNvSpPr>
            <a:spLocks noGrp="1"/>
          </p:cNvSpPr>
          <p:nvPr/>
        </p:nvSpPr>
        <p:spPr>
          <a:xfrm>
            <a:off x="9105900" y="6486525"/>
            <a:ext cx="4838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手順書 / 台帳・アラートの検索用資料</a:t>
            </a:r>
          </a:p>
        </p:txBody>
      </p:sp>
      <p:cxnSp>
        <p:nvCxnSpPr>
          <p:cNvPr id="38" name="">
            <a:extLst>
              <a:ext uri="{FF2B5EF4-FFF2-40B4-BE49-F238E27FC236}">
                <ns2:creationId id="{E05E4927-462E-4B4C-BFEB-B8B49D6806BA}"/>
              </a:ext>
            </a:extLst>
          </p:cNvPr>
          <p:cNvCxnSpPr/>
          <p:nvPr/>
        </p:nvCxnSpPr>
        <p:spPr>
          <a:xfrm>
            <a:off x="2400300" y="3238500"/>
            <a:ext cx="1219200" cy="0"/>
          </a:xfrm>
          <a:prstGeom prst="straightConnector1">
            <a:avLst/>
          </a:prstGeom>
          <a:ln w="15240">
            <a:solidFill>
              <a:srgbClr val="312D2A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39" name="">
            <a:extLst>
              <a:ext uri="{FF2B5EF4-FFF2-40B4-BE49-F238E27FC236}">
                <ns2:creationId id="{656BAFD4-211D-4365-AB5A-50ABA78AC137}"/>
              </a:ext>
            </a:extLst>
          </p:cNvPr>
          <p:cNvSpPr>
            <a:spLocks noGrp="1"/>
          </p:cNvSpPr>
          <p:nvPr/>
        </p:nvSpPr>
        <p:spPr>
          <a:xfrm>
            <a:off x="2505075" y="2895600"/>
            <a:ext cx="9906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425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425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HTTPS</a:t>
            </a:r>
          </a:p>
        </p:txBody>
      </p:sp>
      <p:cxnSp>
        <p:nvCxnSpPr>
          <p:cNvPr id="40" name="">
            <a:extLst>
              <a:ext uri="{FF2B5EF4-FFF2-40B4-BE49-F238E27FC236}">
                <ns2:creationId id="{7579F6A6-1058-47B2-AC12-FB3C9D3DCA9B}"/>
              </a:ext>
            </a:extLst>
          </p:cNvPr>
          <p:cNvCxnSpPr/>
          <p:nvPr/>
        </p:nvCxnSpPr>
        <p:spPr>
          <a:xfrm>
            <a:off x="5762625" y="3571875"/>
            <a:ext cx="0" cy="571500"/>
          </a:xfrm>
          <a:prstGeom prst="straightConnector1">
            <a:avLst/>
          </a:prstGeom>
          <a:ln w="15240">
            <a:solidFill>
              <a:srgbClr val="312D2A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41" name="">
            <a:extLst>
              <a:ext uri="{FF2B5EF4-FFF2-40B4-BE49-F238E27FC236}">
                <ns2:creationId id="{25D5CBBB-45E6-4836-A5BF-CCC8FCEC45B7}"/>
              </a:ext>
            </a:extLst>
          </p:cNvPr>
          <p:cNvCxnSpPr/>
          <p:nvPr/>
        </p:nvCxnSpPr>
        <p:spPr>
          <a:xfrm>
            <a:off x="5762625" y="5067300"/>
            <a:ext cx="0" cy="600075"/>
          </a:xfrm>
          <a:prstGeom prst="straightConnector1">
            <a:avLst/>
          </a:prstGeom>
          <a:ln w="15240">
            <a:solidFill>
              <a:srgbClr val="312D2A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42" name="">
            <a:extLst>
              <a:ext uri="{FF2B5EF4-FFF2-40B4-BE49-F238E27FC236}">
                <ns2:creationId id="{D9791F59-E110-4378-8465-BFA56DB0F484}"/>
              </a:ext>
            </a:extLst>
          </p:cNvPr>
          <p:cNvSpPr>
            <a:spLocks noGrp="1"/>
          </p:cNvSpPr>
          <p:nvPr/>
        </p:nvSpPr>
        <p:spPr>
          <a:xfrm>
            <a:off x="6010275" y="5229225"/>
            <a:ext cx="1762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l">
              <a:defRPr sz="150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ID完全一致</a:t>
            </a:r>
          </a:p>
        </p:txBody>
      </p:sp>
      <p:cxnSp>
        <p:nvCxnSpPr>
          <p:cNvPr id="43" name="">
            <a:extLst>
              <a:ext uri="{FF2B5EF4-FFF2-40B4-BE49-F238E27FC236}">
                <ns2:creationId id="{1CCEFDC7-773E-442C-80C6-C15CF829745C}"/>
              </a:ext>
            </a:extLst>
          </p:cNvPr>
          <p:cNvCxnSpPr/>
          <p:nvPr/>
        </p:nvCxnSpPr>
        <p:spPr>
          <a:xfrm>
            <a:off x="7905750" y="4619625"/>
            <a:ext cx="1047750" cy="0"/>
          </a:xfrm>
          <a:prstGeom prst="straightConnector1">
            <a:avLst/>
          </a:prstGeom>
          <a:ln w="15240">
            <a:solidFill>
              <a:srgbClr val="312D2A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44" name="">
            <a:extLst>
              <a:ext uri="{FF2B5EF4-FFF2-40B4-BE49-F238E27FC236}">
                <ns2:creationId id="{4D72915D-EFE1-4D38-8669-149260121074}"/>
              </a:ext>
            </a:extLst>
          </p:cNvPr>
          <p:cNvSpPr>
            <a:spLocks noGrp="1"/>
          </p:cNvSpPr>
          <p:nvPr/>
        </p:nvSpPr>
        <p:spPr>
          <a:xfrm>
            <a:off x="7972425" y="4314825"/>
            <a:ext cx="9239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3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35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要求・結果</a:t>
            </a:r>
          </a:p>
        </p:txBody>
      </p:sp>
      <p:cxnSp>
        <p:nvCxnSpPr>
          <p:cNvPr id="45" name="">
            <a:extLst>
              <a:ext uri="{FF2B5EF4-FFF2-40B4-BE49-F238E27FC236}">
                <ns2:creationId id="{42274822-5C57-49BC-A847-F55D0587E90E}"/>
              </a:ext>
            </a:extLst>
          </p:cNvPr>
          <p:cNvCxnSpPr/>
          <p:nvPr/>
        </p:nvCxnSpPr>
        <p:spPr>
          <a:xfrm>
            <a:off x="7905750" y="4295775"/>
            <a:ext cx="523875" cy="0"/>
          </a:xfrm>
          <a:prstGeom prst="straightConnector1">
            <a:avLst/>
          </a:prstGeom>
          <a:ln w="15240">
            <a:solidFill>
              <a:srgbClr val="312D2A"/>
            </a:solidFill>
            <a:prstDash val="solid"/>
            <a:headEnd type="arrow" w="med" len="med"/>
          </a:ln>
        </p:spPr>
      </p:cxnSp>
      <p:cxnSp>
        <p:nvCxnSpPr>
          <p:cNvPr id="46" name="">
            <a:extLst>
              <a:ext uri="{FF2B5EF4-FFF2-40B4-BE49-F238E27FC236}">
                <ns2:creationId id="{9DB5F194-3954-453E-A013-CC964A7E77BB}"/>
              </a:ext>
            </a:extLst>
          </p:cNvPr>
          <p:cNvCxnSpPr/>
          <p:nvPr/>
        </p:nvCxnSpPr>
        <p:spPr>
          <a:xfrm>
            <a:off x="8429625" y="3190875"/>
            <a:ext cx="0" cy="1104900"/>
          </a:xfrm>
          <a:prstGeom prst="straightConnector1">
            <a:avLst/>
          </a:prstGeom>
          <a:ln w="15240">
            <a:solidFill>
              <a:srgbClr val="312D2A"/>
            </a:solidFill>
            <a:prstDash val="solid"/>
          </a:ln>
        </p:spPr>
      </p:cxnSp>
      <p:cxnSp>
        <p:nvCxnSpPr>
          <p:cNvPr id="47" name="">
            <a:extLst>
              <a:ext uri="{FF2B5EF4-FFF2-40B4-BE49-F238E27FC236}">
                <ns2:creationId id="{7AE3F064-4309-4112-86FC-BC4F4C7C15B3}"/>
              </a:ext>
            </a:extLst>
          </p:cNvPr>
          <p:cNvCxnSpPr/>
          <p:nvPr/>
        </p:nvCxnSpPr>
        <p:spPr>
          <a:xfrm>
            <a:off x="8429625" y="3190875"/>
            <a:ext cx="523875" cy="0"/>
          </a:xfrm>
          <a:prstGeom prst="straightConnector1">
            <a:avLst/>
          </a:prstGeom>
          <a:ln w="15240">
            <a:solidFill>
              <a:srgbClr val="312D2A"/>
            </a:solidFill>
            <a:prstDash val="solid"/>
            <a:tailEnd type="arrow" w="med" len="med"/>
          </a:ln>
        </p:spPr>
      </p:cxnSp>
      <p:sp>
        <p:nvSpPr>
          <p:cNvPr id="48" name="">
            <a:extLst>
              <a:ext uri="{FF2B5EF4-FFF2-40B4-BE49-F238E27FC236}">
                <ns2:creationId id="{163FE9CD-7295-47F1-9BB5-5D068398BF14}"/>
              </a:ext>
            </a:extLst>
          </p:cNvPr>
          <p:cNvSpPr>
            <a:spLocks noGrp="1"/>
          </p:cNvSpPr>
          <p:nvPr/>
        </p:nvSpPr>
        <p:spPr>
          <a:xfrm>
            <a:off x="9020175" y="3781425"/>
            <a:ext cx="2476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l">
              <a:defRPr sz="150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入出力チェック</a:t>
            </a:r>
          </a:p>
        </p:txBody>
      </p:sp>
      <p:cxnSp>
        <p:nvCxnSpPr>
          <p:cNvPr id="49" name="">
            <a:extLst>
              <a:ext uri="{FF2B5EF4-FFF2-40B4-BE49-F238E27FC236}">
                <ns2:creationId id="{783A82D5-745E-4CFB-BBEB-03CD741FAB17}"/>
              </a:ext>
            </a:extLst>
          </p:cNvPr>
          <p:cNvCxnSpPr/>
          <p:nvPr/>
        </p:nvCxnSpPr>
        <p:spPr>
          <a:xfrm>
            <a:off x="11239500" y="4619625"/>
            <a:ext cx="762000" cy="0"/>
          </a:xfrm>
          <a:prstGeom prst="straightConnector1">
            <a:avLst/>
          </a:prstGeom>
          <a:ln w="15240">
            <a:solidFill>
              <a:srgbClr val="312D2A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50" name="">
            <a:extLst>
              <a:ext uri="{FF2B5EF4-FFF2-40B4-BE49-F238E27FC236}">
                <ns2:creationId id="{E812572A-E0AE-43D9-9F5F-FFDACA114642}"/>
              </a:ext>
            </a:extLst>
          </p:cNvPr>
          <p:cNvSpPr>
            <a:spLocks noGrp="1"/>
          </p:cNvSpPr>
          <p:nvPr/>
        </p:nvSpPr>
        <p:spPr>
          <a:xfrm>
            <a:off x="11306175" y="4295775"/>
            <a:ext cx="6381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425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ctr">
              <a:defRPr sz="1425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検索</a:t>
            </a:r>
          </a:p>
        </p:txBody>
      </p:sp>
      <p:cxnSp>
        <p:nvCxnSpPr>
          <p:cNvPr id="51" name="">
            <a:extLst>
              <a:ext uri="{FF2B5EF4-FFF2-40B4-BE49-F238E27FC236}">
                <ns2:creationId id="{842FA9B5-3A2A-4BAC-B671-777657B6B627}"/>
              </a:ext>
            </a:extLst>
          </p:cNvPr>
          <p:cNvCxnSpPr/>
          <p:nvPr/>
        </p:nvCxnSpPr>
        <p:spPr>
          <a:xfrm>
            <a:off x="13049250" y="5105400"/>
            <a:ext cx="0" cy="942975"/>
          </a:xfrm>
          <a:prstGeom prst="straightConnector1">
            <a:avLst/>
          </a:prstGeom>
          <a:ln w="15240">
            <a:solidFill>
              <a:srgbClr val="312D2A"/>
            </a:solidFill>
            <a:prstDash val="dash"/>
            <a:headEnd type="arrow" w="med" len="med"/>
          </a:ln>
        </p:spPr>
      </p:cxnSp>
      <p:sp>
        <p:nvSpPr>
          <p:cNvPr id="52" name="">
            <a:extLst>
              <a:ext uri="{FF2B5EF4-FFF2-40B4-BE49-F238E27FC236}">
                <ns2:creationId id="{49F868E2-1574-490A-8AC3-1A3ADDE62C94}"/>
              </a:ext>
            </a:extLst>
          </p:cNvPr>
          <p:cNvSpPr>
            <a:spLocks noGrp="1"/>
          </p:cNvSpPr>
          <p:nvPr/>
        </p:nvSpPr>
        <p:spPr>
          <a:xfrm>
            <a:off x="10963275" y="5476875"/>
            <a:ext cx="19621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0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l">
              <a:defRPr sz="1500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Files APIで事前登録</a:t>
            </a:r>
          </a:p>
        </p:txBody>
      </p:sp>
      <p:sp>
        <p:nvSpPr>
          <p:cNvPr id="53" name="">
            <a:extLst>
              <a:ext uri="{FF2B5EF4-FFF2-40B4-BE49-F238E27FC236}">
                <ns2:creationId id="{09D94F0B-7DFE-480D-A1DE-61C4B9BA39FD}"/>
              </a:ext>
            </a:extLst>
          </p:cNvPr>
          <p:cNvSpPr>
            <a:spLocks noGrp="1"/>
          </p:cNvSpPr>
          <p:nvPr/>
        </p:nvSpPr>
        <p:spPr>
          <a:xfrm>
            <a:off x="457200" y="7629525"/>
            <a:ext cx="1428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75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l">
              <a:defRPr sz="1575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CM：コンテンツモデレーション　PI：プロンプトインジェクション　PII：個人情報検出</a:t>
            </a:r>
          </a:p>
        </p:txBody>
      </p:sp>
      <p:sp>
        <p:nvSpPr>
          <p:cNvPr id="54" name="">
            <a:extLst>
              <a:ext uri="{FF2B5EF4-FFF2-40B4-BE49-F238E27FC236}">
                <ns2:creationId id="{2E0881FA-3607-420E-BB1A-A83148A0020E}"/>
              </a:ext>
            </a:extLst>
          </p:cNvPr>
          <p:cNvSpPr>
            <a:spLocks noGrp="1"/>
          </p:cNvSpPr>
          <p:nvPr/>
        </p:nvSpPr>
        <p:spPr>
          <a:xfrm>
            <a:off x="457200" y="8001000"/>
            <a:ext cx="1428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75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algn="l">
              <a:defRPr sz="1575" b="0">
                <a:solidFill>
                  <a:srgbClr val="312D2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312D2A"/>
                </a:solidFill>
                <a:latin typeface="Yu Gothic"/>
                <a:ea typeface="Yu Gothic"/>
                <a:cs typeface="Yu Gothic"/>
              </a:rPr>
              <a:t>準備・配備：PythonアプリとJSON / CSVをコンテナ化し、OCIRからHosted Deploymentへ配置</a:t>
            </a:r>
          </a:p>
        </p:txBody>
      </p:sp>
    </p:spTree>
    <p:extLst>
      <p:ext uri="{BB962C8B-B14F-4D97-AF65-F5344CB8AC3E}">
        <ns3:creationId val="1754826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Presentation</dc:title>
  <ns2:created xsi:type="dcterms:W3CDTF">2026-10-15T06:27:20.0620000Z</ns2:created>
  <ns2:modified xsi:type="dcterms:W3CDTF">2026-10-15T06:27:20.0620000Z</ns2:modified>
</ns0:coreProperties>
</file>